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79866"/>
  </p:normalViewPr>
  <p:slideViewPr>
    <p:cSldViewPr snapToGrid="0">
      <p:cViewPr varScale="1">
        <p:scale>
          <a:sx n="80" d="100"/>
          <a:sy n="80" d="100"/>
        </p:scale>
        <p:origin x="49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9D37EE-D9C4-430F-8D8F-C9FD212B668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69994F5-22BE-4FCD-9BF3-7DD0E1D60E5C}">
      <dgm:prSet/>
      <dgm:spPr/>
      <dgm:t>
        <a:bodyPr/>
        <a:lstStyle/>
        <a:p>
          <a:r>
            <a:rPr lang="en-IN"/>
            <a:t>22 Indian languages - difficult low-resource setting.</a:t>
          </a:r>
          <a:endParaRPr lang="en-US"/>
        </a:p>
      </dgm:t>
    </dgm:pt>
    <dgm:pt modelId="{B4678DDC-9433-4F77-B414-C32494A70F2C}" type="parTrans" cxnId="{20B5BEE6-6C09-4A71-AE71-20A9072BDFC2}">
      <dgm:prSet/>
      <dgm:spPr/>
      <dgm:t>
        <a:bodyPr/>
        <a:lstStyle/>
        <a:p>
          <a:endParaRPr lang="en-US"/>
        </a:p>
      </dgm:t>
    </dgm:pt>
    <dgm:pt modelId="{DA718A81-195E-4BAB-93DC-07DB853BF6C9}" type="sibTrans" cxnId="{20B5BEE6-6C09-4A71-AE71-20A9072BDFC2}">
      <dgm:prSet/>
      <dgm:spPr/>
      <dgm:t>
        <a:bodyPr/>
        <a:lstStyle/>
        <a:p>
          <a:endParaRPr lang="en-US"/>
        </a:p>
      </dgm:t>
    </dgm:pt>
    <dgm:pt modelId="{8F35A396-DF15-421E-9B19-9A5CC8CDFF97}">
      <dgm:prSet/>
      <dgm:spPr/>
      <dgm:t>
        <a:bodyPr/>
        <a:lstStyle/>
        <a:p>
          <a:r>
            <a:rPr lang="en-IN"/>
            <a:t>Short utterances</a:t>
          </a:r>
          <a:endParaRPr lang="en-US"/>
        </a:p>
      </dgm:t>
    </dgm:pt>
    <dgm:pt modelId="{288A46D7-0CFA-4863-8D21-E84CF912337D}" type="parTrans" cxnId="{9AC55764-162E-4151-B4EF-0A4CE9C822D1}">
      <dgm:prSet/>
      <dgm:spPr/>
      <dgm:t>
        <a:bodyPr/>
        <a:lstStyle/>
        <a:p>
          <a:endParaRPr lang="en-US"/>
        </a:p>
      </dgm:t>
    </dgm:pt>
    <dgm:pt modelId="{5B2DD87B-78AB-4B20-B2D5-E4402268859D}" type="sibTrans" cxnId="{9AC55764-162E-4151-B4EF-0A4CE9C822D1}">
      <dgm:prSet/>
      <dgm:spPr/>
      <dgm:t>
        <a:bodyPr/>
        <a:lstStyle/>
        <a:p>
          <a:endParaRPr lang="en-US"/>
        </a:p>
      </dgm:t>
    </dgm:pt>
    <dgm:pt modelId="{52B16377-8AB2-42D0-8163-A87AC4064CBF}">
      <dgm:prSet/>
      <dgm:spPr/>
      <dgm:t>
        <a:bodyPr/>
        <a:lstStyle/>
        <a:p>
          <a:r>
            <a:rPr lang="en-IN"/>
            <a:t>Limited training data.</a:t>
          </a:r>
          <a:endParaRPr lang="en-US"/>
        </a:p>
      </dgm:t>
    </dgm:pt>
    <dgm:pt modelId="{69FE0929-C574-452F-A1D9-2800D92B40C2}" type="parTrans" cxnId="{9BD2AF63-A2CF-4B5B-B42B-A75AE9A8B32C}">
      <dgm:prSet/>
      <dgm:spPr/>
      <dgm:t>
        <a:bodyPr/>
        <a:lstStyle/>
        <a:p>
          <a:endParaRPr lang="en-US"/>
        </a:p>
      </dgm:t>
    </dgm:pt>
    <dgm:pt modelId="{3E3EA265-013A-4276-9132-120DFF62ED93}" type="sibTrans" cxnId="{9BD2AF63-A2CF-4B5B-B42B-A75AE9A8B32C}">
      <dgm:prSet/>
      <dgm:spPr/>
      <dgm:t>
        <a:bodyPr/>
        <a:lstStyle/>
        <a:p>
          <a:endParaRPr lang="en-US"/>
        </a:p>
      </dgm:t>
    </dgm:pt>
    <dgm:pt modelId="{B348FCEA-D720-488F-89E9-834FEA08902A}">
      <dgm:prSet/>
      <dgm:spPr/>
      <dgm:t>
        <a:bodyPr/>
        <a:lstStyle/>
        <a:p>
          <a:r>
            <a:rPr lang="en-IN"/>
            <a:t>Our goal- not only to improve the score, but to understand what model was accurately learning.</a:t>
          </a:r>
          <a:endParaRPr lang="en-US"/>
        </a:p>
      </dgm:t>
    </dgm:pt>
    <dgm:pt modelId="{B1E71D79-1589-416F-8481-1097A4736755}" type="parTrans" cxnId="{62F80FEE-8182-4F8B-A5D8-5C011C2E723C}">
      <dgm:prSet/>
      <dgm:spPr/>
      <dgm:t>
        <a:bodyPr/>
        <a:lstStyle/>
        <a:p>
          <a:endParaRPr lang="en-US"/>
        </a:p>
      </dgm:t>
    </dgm:pt>
    <dgm:pt modelId="{0B0BF16F-E927-4C66-A82D-74D3C3B7E002}" type="sibTrans" cxnId="{62F80FEE-8182-4F8B-A5D8-5C011C2E723C}">
      <dgm:prSet/>
      <dgm:spPr/>
      <dgm:t>
        <a:bodyPr/>
        <a:lstStyle/>
        <a:p>
          <a:endParaRPr lang="en-US"/>
        </a:p>
      </dgm:t>
    </dgm:pt>
    <dgm:pt modelId="{A27D77D2-34E4-2645-8826-359D258E6367}" type="pres">
      <dgm:prSet presAssocID="{699D37EE-D9C4-430F-8D8F-C9FD212B6685}" presName="linear" presStyleCnt="0">
        <dgm:presLayoutVars>
          <dgm:animLvl val="lvl"/>
          <dgm:resizeHandles val="exact"/>
        </dgm:presLayoutVars>
      </dgm:prSet>
      <dgm:spPr/>
    </dgm:pt>
    <dgm:pt modelId="{D7649258-3E51-CB49-955E-66054E63D836}" type="pres">
      <dgm:prSet presAssocID="{169994F5-22BE-4FCD-9BF3-7DD0E1D60E5C}" presName="parentText" presStyleLbl="node1" presStyleIdx="0" presStyleCnt="4">
        <dgm:presLayoutVars>
          <dgm:chMax val="0"/>
          <dgm:bulletEnabled val="1"/>
        </dgm:presLayoutVars>
      </dgm:prSet>
      <dgm:spPr/>
    </dgm:pt>
    <dgm:pt modelId="{6CED09F9-EDFC-614B-B491-92EE675FA04E}" type="pres">
      <dgm:prSet presAssocID="{DA718A81-195E-4BAB-93DC-07DB853BF6C9}" presName="spacer" presStyleCnt="0"/>
      <dgm:spPr/>
    </dgm:pt>
    <dgm:pt modelId="{0EF9E0B1-096B-B64F-A505-6DB8525E88D3}" type="pres">
      <dgm:prSet presAssocID="{8F35A396-DF15-421E-9B19-9A5CC8CDFF97}" presName="parentText" presStyleLbl="node1" presStyleIdx="1" presStyleCnt="4">
        <dgm:presLayoutVars>
          <dgm:chMax val="0"/>
          <dgm:bulletEnabled val="1"/>
        </dgm:presLayoutVars>
      </dgm:prSet>
      <dgm:spPr/>
    </dgm:pt>
    <dgm:pt modelId="{CBDE1398-BE76-2D46-9B51-2AF7914F719F}" type="pres">
      <dgm:prSet presAssocID="{5B2DD87B-78AB-4B20-B2D5-E4402268859D}" presName="spacer" presStyleCnt="0"/>
      <dgm:spPr/>
    </dgm:pt>
    <dgm:pt modelId="{07996AF2-4B49-4F46-8724-76A4E41E7007}" type="pres">
      <dgm:prSet presAssocID="{52B16377-8AB2-42D0-8163-A87AC4064CBF}" presName="parentText" presStyleLbl="node1" presStyleIdx="2" presStyleCnt="4">
        <dgm:presLayoutVars>
          <dgm:chMax val="0"/>
          <dgm:bulletEnabled val="1"/>
        </dgm:presLayoutVars>
      </dgm:prSet>
      <dgm:spPr/>
    </dgm:pt>
    <dgm:pt modelId="{7FC273A5-C4A8-4C44-89FA-FC146B7CE2BE}" type="pres">
      <dgm:prSet presAssocID="{3E3EA265-013A-4276-9132-120DFF62ED93}" presName="spacer" presStyleCnt="0"/>
      <dgm:spPr/>
    </dgm:pt>
    <dgm:pt modelId="{A153585D-66F6-014E-97D9-A43281DF3835}" type="pres">
      <dgm:prSet presAssocID="{B348FCEA-D720-488F-89E9-834FEA08902A}" presName="parentText" presStyleLbl="node1" presStyleIdx="3" presStyleCnt="4">
        <dgm:presLayoutVars>
          <dgm:chMax val="0"/>
          <dgm:bulletEnabled val="1"/>
        </dgm:presLayoutVars>
      </dgm:prSet>
      <dgm:spPr/>
    </dgm:pt>
  </dgm:ptLst>
  <dgm:cxnLst>
    <dgm:cxn modelId="{D5201628-6D16-CB41-A193-BE2561FD60DC}" type="presOf" srcId="{8F35A396-DF15-421E-9B19-9A5CC8CDFF97}" destId="{0EF9E0B1-096B-B64F-A505-6DB8525E88D3}" srcOrd="0" destOrd="0" presId="urn:microsoft.com/office/officeart/2005/8/layout/vList2"/>
    <dgm:cxn modelId="{4EFDCD52-4BB2-534C-BBD3-170C057F67F5}" type="presOf" srcId="{B348FCEA-D720-488F-89E9-834FEA08902A}" destId="{A153585D-66F6-014E-97D9-A43281DF3835}" srcOrd="0" destOrd="0" presId="urn:microsoft.com/office/officeart/2005/8/layout/vList2"/>
    <dgm:cxn modelId="{9BD2AF63-A2CF-4B5B-B42B-A75AE9A8B32C}" srcId="{699D37EE-D9C4-430F-8D8F-C9FD212B6685}" destId="{52B16377-8AB2-42D0-8163-A87AC4064CBF}" srcOrd="2" destOrd="0" parTransId="{69FE0929-C574-452F-A1D9-2800D92B40C2}" sibTransId="{3E3EA265-013A-4276-9132-120DFF62ED93}"/>
    <dgm:cxn modelId="{9AC55764-162E-4151-B4EF-0A4CE9C822D1}" srcId="{699D37EE-D9C4-430F-8D8F-C9FD212B6685}" destId="{8F35A396-DF15-421E-9B19-9A5CC8CDFF97}" srcOrd="1" destOrd="0" parTransId="{288A46D7-0CFA-4863-8D21-E84CF912337D}" sibTransId="{5B2DD87B-78AB-4B20-B2D5-E4402268859D}"/>
    <dgm:cxn modelId="{3AB6F483-9072-354A-A87B-71BD2FD7A815}" type="presOf" srcId="{699D37EE-D9C4-430F-8D8F-C9FD212B6685}" destId="{A27D77D2-34E4-2645-8826-359D258E6367}" srcOrd="0" destOrd="0" presId="urn:microsoft.com/office/officeart/2005/8/layout/vList2"/>
    <dgm:cxn modelId="{CEFBBCD5-387B-8E41-BABA-B6A4EDDF626E}" type="presOf" srcId="{52B16377-8AB2-42D0-8163-A87AC4064CBF}" destId="{07996AF2-4B49-4F46-8724-76A4E41E7007}" srcOrd="0" destOrd="0" presId="urn:microsoft.com/office/officeart/2005/8/layout/vList2"/>
    <dgm:cxn modelId="{20B5BEE6-6C09-4A71-AE71-20A9072BDFC2}" srcId="{699D37EE-D9C4-430F-8D8F-C9FD212B6685}" destId="{169994F5-22BE-4FCD-9BF3-7DD0E1D60E5C}" srcOrd="0" destOrd="0" parTransId="{B4678DDC-9433-4F77-B414-C32494A70F2C}" sibTransId="{DA718A81-195E-4BAB-93DC-07DB853BF6C9}"/>
    <dgm:cxn modelId="{62F80FEE-8182-4F8B-A5D8-5C011C2E723C}" srcId="{699D37EE-D9C4-430F-8D8F-C9FD212B6685}" destId="{B348FCEA-D720-488F-89E9-834FEA08902A}" srcOrd="3" destOrd="0" parTransId="{B1E71D79-1589-416F-8481-1097A4736755}" sibTransId="{0B0BF16F-E927-4C66-A82D-74D3C3B7E002}"/>
    <dgm:cxn modelId="{6E9A77F4-CF99-E043-97F3-4A1DDCBF1CE9}" type="presOf" srcId="{169994F5-22BE-4FCD-9BF3-7DD0E1D60E5C}" destId="{D7649258-3E51-CB49-955E-66054E63D836}" srcOrd="0" destOrd="0" presId="urn:microsoft.com/office/officeart/2005/8/layout/vList2"/>
    <dgm:cxn modelId="{EF320513-C0AE-1540-B184-32CF9C19D68C}" type="presParOf" srcId="{A27D77D2-34E4-2645-8826-359D258E6367}" destId="{D7649258-3E51-CB49-955E-66054E63D836}" srcOrd="0" destOrd="0" presId="urn:microsoft.com/office/officeart/2005/8/layout/vList2"/>
    <dgm:cxn modelId="{11412A8D-D31F-4444-9525-C9B4752989C4}" type="presParOf" srcId="{A27D77D2-34E4-2645-8826-359D258E6367}" destId="{6CED09F9-EDFC-614B-B491-92EE675FA04E}" srcOrd="1" destOrd="0" presId="urn:microsoft.com/office/officeart/2005/8/layout/vList2"/>
    <dgm:cxn modelId="{5E3F2801-ED20-8540-A08C-1B72A8540C81}" type="presParOf" srcId="{A27D77D2-34E4-2645-8826-359D258E6367}" destId="{0EF9E0B1-096B-B64F-A505-6DB8525E88D3}" srcOrd="2" destOrd="0" presId="urn:microsoft.com/office/officeart/2005/8/layout/vList2"/>
    <dgm:cxn modelId="{21B25DC4-1B53-AC44-B13A-82D7F04C82DA}" type="presParOf" srcId="{A27D77D2-34E4-2645-8826-359D258E6367}" destId="{CBDE1398-BE76-2D46-9B51-2AF7914F719F}" srcOrd="3" destOrd="0" presId="urn:microsoft.com/office/officeart/2005/8/layout/vList2"/>
    <dgm:cxn modelId="{9DE0C4B7-FBF0-1442-B819-530CCA4352B6}" type="presParOf" srcId="{A27D77D2-34E4-2645-8826-359D258E6367}" destId="{07996AF2-4B49-4F46-8724-76A4E41E7007}" srcOrd="4" destOrd="0" presId="urn:microsoft.com/office/officeart/2005/8/layout/vList2"/>
    <dgm:cxn modelId="{D05BF862-C853-1648-A611-2C44E141E42F}" type="presParOf" srcId="{A27D77D2-34E4-2645-8826-359D258E6367}" destId="{7FC273A5-C4A8-4C44-89FA-FC146B7CE2BE}" srcOrd="5" destOrd="0" presId="urn:microsoft.com/office/officeart/2005/8/layout/vList2"/>
    <dgm:cxn modelId="{0A2A4601-AA0D-0C4F-8CF8-3AB4851E99C2}" type="presParOf" srcId="{A27D77D2-34E4-2645-8826-359D258E6367}" destId="{A153585D-66F6-014E-97D9-A43281DF383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E40FAE-8EAD-4E18-B9AC-16F3114C1DC9}" type="doc">
      <dgm:prSet loTypeId="urn:microsoft.com/office/officeart/2005/8/layout/default" loCatId="list" qsTypeId="urn:microsoft.com/office/officeart/2005/8/quickstyle/simple5" qsCatId="simple" csTypeId="urn:microsoft.com/office/officeart/2005/8/colors/colorful5" csCatId="colorful" phldr="1"/>
      <dgm:spPr/>
      <dgm:t>
        <a:bodyPr/>
        <a:lstStyle/>
        <a:p>
          <a:endParaRPr lang="en-US"/>
        </a:p>
      </dgm:t>
    </dgm:pt>
    <dgm:pt modelId="{5FDDF7A8-63D5-4264-9F90-D6B7CD488FA6}">
      <dgm:prSet/>
      <dgm:spPr/>
      <dgm:t>
        <a:bodyPr/>
        <a:lstStyle/>
        <a:p>
          <a:r>
            <a:rPr lang="en-US"/>
            <a:t>400 samples per language</a:t>
          </a:r>
        </a:p>
      </dgm:t>
    </dgm:pt>
    <dgm:pt modelId="{224D3CBB-8DE7-425D-B31B-15AA74293A27}" type="parTrans" cxnId="{EC2F7718-9111-4535-8C76-4C7D966BB580}">
      <dgm:prSet/>
      <dgm:spPr/>
      <dgm:t>
        <a:bodyPr/>
        <a:lstStyle/>
        <a:p>
          <a:endParaRPr lang="en-US"/>
        </a:p>
      </dgm:t>
    </dgm:pt>
    <dgm:pt modelId="{7F09EFF7-910A-4048-9450-04E93A5DBB02}" type="sibTrans" cxnId="{EC2F7718-9111-4535-8C76-4C7D966BB580}">
      <dgm:prSet/>
      <dgm:spPr/>
      <dgm:t>
        <a:bodyPr/>
        <a:lstStyle/>
        <a:p>
          <a:endParaRPr lang="en-US"/>
        </a:p>
      </dgm:t>
    </dgm:pt>
    <dgm:pt modelId="{6F9DBE04-5C3F-44DF-886D-6042EC292598}">
      <dgm:prSet/>
      <dgm:spPr/>
      <dgm:t>
        <a:bodyPr/>
        <a:lstStyle/>
        <a:p>
          <a:r>
            <a:rPr lang="en-US"/>
            <a:t>Training split- 8689 samples</a:t>
          </a:r>
        </a:p>
      </dgm:t>
    </dgm:pt>
    <dgm:pt modelId="{24834A44-F955-4558-A9C4-2822E7881D63}" type="parTrans" cxnId="{3A28B302-99D9-4BA9-A819-BE73815FEEC7}">
      <dgm:prSet/>
      <dgm:spPr/>
      <dgm:t>
        <a:bodyPr/>
        <a:lstStyle/>
        <a:p>
          <a:endParaRPr lang="en-US"/>
        </a:p>
      </dgm:t>
    </dgm:pt>
    <dgm:pt modelId="{E3BA63FE-BA7E-4971-9183-1102EBDA3777}" type="sibTrans" cxnId="{3A28B302-99D9-4BA9-A819-BE73815FEEC7}">
      <dgm:prSet/>
      <dgm:spPr/>
      <dgm:t>
        <a:bodyPr/>
        <a:lstStyle/>
        <a:p>
          <a:endParaRPr lang="en-US"/>
        </a:p>
      </dgm:t>
    </dgm:pt>
    <dgm:pt modelId="{5E38912D-8E90-4E55-AC29-1AC55C2585DB}">
      <dgm:prSet/>
      <dgm:spPr/>
      <dgm:t>
        <a:bodyPr/>
        <a:lstStyle/>
        <a:p>
          <a:r>
            <a:rPr lang="en-US"/>
            <a:t>Validation split- 1650 validation, 1650 test samples.</a:t>
          </a:r>
        </a:p>
      </dgm:t>
    </dgm:pt>
    <dgm:pt modelId="{CD209D18-7EDB-4BD9-ADD3-67AD104127E2}" type="parTrans" cxnId="{BE1EDCA8-24B7-4D2E-8B74-222D9FBABEFE}">
      <dgm:prSet/>
      <dgm:spPr/>
      <dgm:t>
        <a:bodyPr/>
        <a:lstStyle/>
        <a:p>
          <a:endParaRPr lang="en-US"/>
        </a:p>
      </dgm:t>
    </dgm:pt>
    <dgm:pt modelId="{F517F4B9-8E24-4AB9-B99A-0F7341EFB43D}" type="sibTrans" cxnId="{BE1EDCA8-24B7-4D2E-8B74-222D9FBABEFE}">
      <dgm:prSet/>
      <dgm:spPr/>
      <dgm:t>
        <a:bodyPr/>
        <a:lstStyle/>
        <a:p>
          <a:endParaRPr lang="en-US"/>
        </a:p>
      </dgm:t>
    </dgm:pt>
    <dgm:pt modelId="{FC31C81D-E1F3-4B0E-B75A-743AFEE384E3}">
      <dgm:prSet/>
      <dgm:spPr/>
      <dgm:t>
        <a:bodyPr/>
        <a:lstStyle/>
        <a:p>
          <a:r>
            <a:rPr lang="en-IN" dirty="0"/>
            <a:t>Each item includes an audio path, language label, speaker ID, and </a:t>
          </a:r>
          <a:r>
            <a:rPr lang="en-IN"/>
            <a:t>some additional metadata.</a:t>
          </a:r>
          <a:endParaRPr lang="en-US" dirty="0"/>
        </a:p>
      </dgm:t>
    </dgm:pt>
    <dgm:pt modelId="{1BC42921-9D44-4716-AC9A-44362D8EA88F}" type="parTrans" cxnId="{9AC37CE0-62DA-4E38-AC18-5F2821D15107}">
      <dgm:prSet/>
      <dgm:spPr/>
      <dgm:t>
        <a:bodyPr/>
        <a:lstStyle/>
        <a:p>
          <a:endParaRPr lang="en-US"/>
        </a:p>
      </dgm:t>
    </dgm:pt>
    <dgm:pt modelId="{111EDB9A-9A50-46F3-BE84-AB431B54A7F9}" type="sibTrans" cxnId="{9AC37CE0-62DA-4E38-AC18-5F2821D15107}">
      <dgm:prSet/>
      <dgm:spPr/>
      <dgm:t>
        <a:bodyPr/>
        <a:lstStyle/>
        <a:p>
          <a:endParaRPr lang="en-US"/>
        </a:p>
      </dgm:t>
    </dgm:pt>
    <dgm:pt modelId="{F03BBE30-07F3-D24B-A7BC-FE1F758EE948}">
      <dgm:prSet/>
      <dgm:spPr/>
      <dgm:t>
        <a:bodyPr/>
        <a:lstStyle/>
        <a:p>
          <a:r>
            <a:rPr lang="en-GB" dirty="0"/>
            <a:t>Only 5 speakers per language.</a:t>
          </a:r>
        </a:p>
      </dgm:t>
    </dgm:pt>
    <dgm:pt modelId="{A0F9409D-AABC-6445-8AA4-E5365B3ED14A}" type="parTrans" cxnId="{840F6953-EB7B-F445-8951-09E5649AF406}">
      <dgm:prSet/>
      <dgm:spPr/>
      <dgm:t>
        <a:bodyPr/>
        <a:lstStyle/>
        <a:p>
          <a:endParaRPr lang="en-GB"/>
        </a:p>
      </dgm:t>
    </dgm:pt>
    <dgm:pt modelId="{F20939F6-7B3F-8A45-A9CF-AB2ADAF7FBE3}" type="sibTrans" cxnId="{840F6953-EB7B-F445-8951-09E5649AF406}">
      <dgm:prSet/>
      <dgm:spPr/>
      <dgm:t>
        <a:bodyPr/>
        <a:lstStyle/>
        <a:p>
          <a:endParaRPr lang="en-GB"/>
        </a:p>
      </dgm:t>
    </dgm:pt>
    <dgm:pt modelId="{770D2758-E4C7-6C4F-B00A-EF55E6184C78}" type="pres">
      <dgm:prSet presAssocID="{63E40FAE-8EAD-4E18-B9AC-16F3114C1DC9}" presName="diagram" presStyleCnt="0">
        <dgm:presLayoutVars>
          <dgm:dir/>
          <dgm:resizeHandles val="exact"/>
        </dgm:presLayoutVars>
      </dgm:prSet>
      <dgm:spPr/>
    </dgm:pt>
    <dgm:pt modelId="{817F26E9-A426-094D-BA40-312899E4F814}" type="pres">
      <dgm:prSet presAssocID="{5FDDF7A8-63D5-4264-9F90-D6B7CD488FA6}" presName="node" presStyleLbl="node1" presStyleIdx="0" presStyleCnt="5">
        <dgm:presLayoutVars>
          <dgm:bulletEnabled val="1"/>
        </dgm:presLayoutVars>
      </dgm:prSet>
      <dgm:spPr/>
    </dgm:pt>
    <dgm:pt modelId="{1E14F76E-EBF9-2A4B-A090-2ED6F6148CAB}" type="pres">
      <dgm:prSet presAssocID="{7F09EFF7-910A-4048-9450-04E93A5DBB02}" presName="sibTrans" presStyleCnt="0"/>
      <dgm:spPr/>
    </dgm:pt>
    <dgm:pt modelId="{0542734F-175B-6246-A428-A08A5D54C724}" type="pres">
      <dgm:prSet presAssocID="{F03BBE30-07F3-D24B-A7BC-FE1F758EE948}" presName="node" presStyleLbl="node1" presStyleIdx="1" presStyleCnt="5">
        <dgm:presLayoutVars>
          <dgm:bulletEnabled val="1"/>
        </dgm:presLayoutVars>
      </dgm:prSet>
      <dgm:spPr/>
    </dgm:pt>
    <dgm:pt modelId="{E0CDAC84-585C-254B-9EF8-8317420E5280}" type="pres">
      <dgm:prSet presAssocID="{F20939F6-7B3F-8A45-A9CF-AB2ADAF7FBE3}" presName="sibTrans" presStyleCnt="0"/>
      <dgm:spPr/>
    </dgm:pt>
    <dgm:pt modelId="{074D51F6-5083-4E4F-BC66-D32B6D680E13}" type="pres">
      <dgm:prSet presAssocID="{6F9DBE04-5C3F-44DF-886D-6042EC292598}" presName="node" presStyleLbl="node1" presStyleIdx="2" presStyleCnt="5">
        <dgm:presLayoutVars>
          <dgm:bulletEnabled val="1"/>
        </dgm:presLayoutVars>
      </dgm:prSet>
      <dgm:spPr/>
    </dgm:pt>
    <dgm:pt modelId="{10DAD445-CE58-9A4D-80FE-598A97C4E438}" type="pres">
      <dgm:prSet presAssocID="{E3BA63FE-BA7E-4971-9183-1102EBDA3777}" presName="sibTrans" presStyleCnt="0"/>
      <dgm:spPr/>
    </dgm:pt>
    <dgm:pt modelId="{4CE14CAD-7F54-604C-948E-FDA16A817A94}" type="pres">
      <dgm:prSet presAssocID="{5E38912D-8E90-4E55-AC29-1AC55C2585DB}" presName="node" presStyleLbl="node1" presStyleIdx="3" presStyleCnt="5">
        <dgm:presLayoutVars>
          <dgm:bulletEnabled val="1"/>
        </dgm:presLayoutVars>
      </dgm:prSet>
      <dgm:spPr/>
    </dgm:pt>
    <dgm:pt modelId="{41E9017C-FCA4-5649-8848-92F7387218C7}" type="pres">
      <dgm:prSet presAssocID="{F517F4B9-8E24-4AB9-B99A-0F7341EFB43D}" presName="sibTrans" presStyleCnt="0"/>
      <dgm:spPr/>
    </dgm:pt>
    <dgm:pt modelId="{8D8FD318-6B9A-3F4A-A62B-E3F2C93D71B4}" type="pres">
      <dgm:prSet presAssocID="{FC31C81D-E1F3-4B0E-B75A-743AFEE384E3}" presName="node" presStyleLbl="node1" presStyleIdx="4" presStyleCnt="5">
        <dgm:presLayoutVars>
          <dgm:bulletEnabled val="1"/>
        </dgm:presLayoutVars>
      </dgm:prSet>
      <dgm:spPr/>
    </dgm:pt>
  </dgm:ptLst>
  <dgm:cxnLst>
    <dgm:cxn modelId="{3A28B302-99D9-4BA9-A819-BE73815FEEC7}" srcId="{63E40FAE-8EAD-4E18-B9AC-16F3114C1DC9}" destId="{6F9DBE04-5C3F-44DF-886D-6042EC292598}" srcOrd="2" destOrd="0" parTransId="{24834A44-F955-4558-A9C4-2822E7881D63}" sibTransId="{E3BA63FE-BA7E-4971-9183-1102EBDA3777}"/>
    <dgm:cxn modelId="{EC2F7718-9111-4535-8C76-4C7D966BB580}" srcId="{63E40FAE-8EAD-4E18-B9AC-16F3114C1DC9}" destId="{5FDDF7A8-63D5-4264-9F90-D6B7CD488FA6}" srcOrd="0" destOrd="0" parTransId="{224D3CBB-8DE7-425D-B31B-15AA74293A27}" sibTransId="{7F09EFF7-910A-4048-9450-04E93A5DBB02}"/>
    <dgm:cxn modelId="{F227171A-30BD-9744-88ED-8806E621208E}" type="presOf" srcId="{5FDDF7A8-63D5-4264-9F90-D6B7CD488FA6}" destId="{817F26E9-A426-094D-BA40-312899E4F814}" srcOrd="0" destOrd="0" presId="urn:microsoft.com/office/officeart/2005/8/layout/default"/>
    <dgm:cxn modelId="{675E2221-E99D-BE43-B51B-E53D9DBDB67A}" type="presOf" srcId="{F03BBE30-07F3-D24B-A7BC-FE1F758EE948}" destId="{0542734F-175B-6246-A428-A08A5D54C724}" srcOrd="0" destOrd="0" presId="urn:microsoft.com/office/officeart/2005/8/layout/default"/>
    <dgm:cxn modelId="{167A2529-0485-694E-94E7-7E541809714D}" type="presOf" srcId="{63E40FAE-8EAD-4E18-B9AC-16F3114C1DC9}" destId="{770D2758-E4C7-6C4F-B00A-EF55E6184C78}" srcOrd="0" destOrd="0" presId="urn:microsoft.com/office/officeart/2005/8/layout/default"/>
    <dgm:cxn modelId="{840F6953-EB7B-F445-8951-09E5649AF406}" srcId="{63E40FAE-8EAD-4E18-B9AC-16F3114C1DC9}" destId="{F03BBE30-07F3-D24B-A7BC-FE1F758EE948}" srcOrd="1" destOrd="0" parTransId="{A0F9409D-AABC-6445-8AA4-E5365B3ED14A}" sibTransId="{F20939F6-7B3F-8A45-A9CF-AB2ADAF7FBE3}"/>
    <dgm:cxn modelId="{376F2C71-40DE-E44E-9C6C-8848ADCFF870}" type="presOf" srcId="{FC31C81D-E1F3-4B0E-B75A-743AFEE384E3}" destId="{8D8FD318-6B9A-3F4A-A62B-E3F2C93D71B4}" srcOrd="0" destOrd="0" presId="urn:microsoft.com/office/officeart/2005/8/layout/default"/>
    <dgm:cxn modelId="{BB1E4275-4543-024E-B86C-0F623BB03691}" type="presOf" srcId="{5E38912D-8E90-4E55-AC29-1AC55C2585DB}" destId="{4CE14CAD-7F54-604C-948E-FDA16A817A94}" srcOrd="0" destOrd="0" presId="urn:microsoft.com/office/officeart/2005/8/layout/default"/>
    <dgm:cxn modelId="{BE1EDCA8-24B7-4D2E-8B74-222D9FBABEFE}" srcId="{63E40FAE-8EAD-4E18-B9AC-16F3114C1DC9}" destId="{5E38912D-8E90-4E55-AC29-1AC55C2585DB}" srcOrd="3" destOrd="0" parTransId="{CD209D18-7EDB-4BD9-ADD3-67AD104127E2}" sibTransId="{F517F4B9-8E24-4AB9-B99A-0F7341EFB43D}"/>
    <dgm:cxn modelId="{41CD5BDF-E878-0744-A32A-25DF74684259}" type="presOf" srcId="{6F9DBE04-5C3F-44DF-886D-6042EC292598}" destId="{074D51F6-5083-4E4F-BC66-D32B6D680E13}" srcOrd="0" destOrd="0" presId="urn:microsoft.com/office/officeart/2005/8/layout/default"/>
    <dgm:cxn modelId="{9AC37CE0-62DA-4E38-AC18-5F2821D15107}" srcId="{63E40FAE-8EAD-4E18-B9AC-16F3114C1DC9}" destId="{FC31C81D-E1F3-4B0E-B75A-743AFEE384E3}" srcOrd="4" destOrd="0" parTransId="{1BC42921-9D44-4716-AC9A-44362D8EA88F}" sibTransId="{111EDB9A-9A50-46F3-BE84-AB431B54A7F9}"/>
    <dgm:cxn modelId="{B03F366A-3560-BE4B-B5A2-7FB5D3A0D1F5}" type="presParOf" srcId="{770D2758-E4C7-6C4F-B00A-EF55E6184C78}" destId="{817F26E9-A426-094D-BA40-312899E4F814}" srcOrd="0" destOrd="0" presId="urn:microsoft.com/office/officeart/2005/8/layout/default"/>
    <dgm:cxn modelId="{C9C717F8-3F4B-1548-9013-2D464FAC6DD7}" type="presParOf" srcId="{770D2758-E4C7-6C4F-B00A-EF55E6184C78}" destId="{1E14F76E-EBF9-2A4B-A090-2ED6F6148CAB}" srcOrd="1" destOrd="0" presId="urn:microsoft.com/office/officeart/2005/8/layout/default"/>
    <dgm:cxn modelId="{C0656C89-FC00-9148-B534-83838F5507CE}" type="presParOf" srcId="{770D2758-E4C7-6C4F-B00A-EF55E6184C78}" destId="{0542734F-175B-6246-A428-A08A5D54C724}" srcOrd="2" destOrd="0" presId="urn:microsoft.com/office/officeart/2005/8/layout/default"/>
    <dgm:cxn modelId="{D3749B95-1006-D547-8C78-1B11F0B513DC}" type="presParOf" srcId="{770D2758-E4C7-6C4F-B00A-EF55E6184C78}" destId="{E0CDAC84-585C-254B-9EF8-8317420E5280}" srcOrd="3" destOrd="0" presId="urn:microsoft.com/office/officeart/2005/8/layout/default"/>
    <dgm:cxn modelId="{50545335-1BE9-A245-BBEA-6B8A747815D4}" type="presParOf" srcId="{770D2758-E4C7-6C4F-B00A-EF55E6184C78}" destId="{074D51F6-5083-4E4F-BC66-D32B6D680E13}" srcOrd="4" destOrd="0" presId="urn:microsoft.com/office/officeart/2005/8/layout/default"/>
    <dgm:cxn modelId="{2F634052-6F0A-F243-8EE3-F3F391105F15}" type="presParOf" srcId="{770D2758-E4C7-6C4F-B00A-EF55E6184C78}" destId="{10DAD445-CE58-9A4D-80FE-598A97C4E438}" srcOrd="5" destOrd="0" presId="urn:microsoft.com/office/officeart/2005/8/layout/default"/>
    <dgm:cxn modelId="{C469D9EC-D79C-0646-8DFD-E869935F9BD9}" type="presParOf" srcId="{770D2758-E4C7-6C4F-B00A-EF55E6184C78}" destId="{4CE14CAD-7F54-604C-948E-FDA16A817A94}" srcOrd="6" destOrd="0" presId="urn:microsoft.com/office/officeart/2005/8/layout/default"/>
    <dgm:cxn modelId="{29061F7C-17EE-B64A-AB67-7B5AA39E7841}" type="presParOf" srcId="{770D2758-E4C7-6C4F-B00A-EF55E6184C78}" destId="{41E9017C-FCA4-5649-8848-92F7387218C7}" srcOrd="7" destOrd="0" presId="urn:microsoft.com/office/officeart/2005/8/layout/default"/>
    <dgm:cxn modelId="{3C3F3EB9-83DC-F442-A8C9-C58583BF04CF}" type="presParOf" srcId="{770D2758-E4C7-6C4F-B00A-EF55E6184C78}" destId="{8D8FD318-6B9A-3F4A-A62B-E3F2C93D71B4}" srcOrd="8"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DDC39C-7795-9944-961F-1031DBA5D3B2}" type="doc">
      <dgm:prSet loTypeId="urn:microsoft.com/office/officeart/2005/8/layout/hierarchy3" loCatId="hierarchy" qsTypeId="urn:microsoft.com/office/officeart/2005/8/quickstyle/simple1" qsCatId="simple" csTypeId="urn:microsoft.com/office/officeart/2005/8/colors/accent1_2" csCatId="accent1"/>
      <dgm:spPr/>
      <dgm:t>
        <a:bodyPr/>
        <a:lstStyle/>
        <a:p>
          <a:endParaRPr lang="en-GB"/>
        </a:p>
      </dgm:t>
    </dgm:pt>
    <dgm:pt modelId="{B2F2899C-10AF-4B46-9611-3B380D12975B}">
      <dgm:prSet/>
      <dgm:spPr/>
      <dgm:t>
        <a:bodyPr/>
        <a:lstStyle/>
        <a:p>
          <a:r>
            <a:rPr lang="en-IN"/>
            <a:t>Inference- </a:t>
          </a:r>
        </a:p>
      </dgm:t>
    </dgm:pt>
    <dgm:pt modelId="{6CF43513-1EE6-B14B-82B9-8577FD5D9097}" type="parTrans" cxnId="{A825A525-0D0B-824C-88DD-83A3FBA8B55A}">
      <dgm:prSet/>
      <dgm:spPr/>
      <dgm:t>
        <a:bodyPr/>
        <a:lstStyle/>
        <a:p>
          <a:endParaRPr lang="en-GB"/>
        </a:p>
      </dgm:t>
    </dgm:pt>
    <dgm:pt modelId="{F458EA76-060F-5E45-820C-A996CEF2392D}" type="sibTrans" cxnId="{A825A525-0D0B-824C-88DD-83A3FBA8B55A}">
      <dgm:prSet/>
      <dgm:spPr/>
      <dgm:t>
        <a:bodyPr/>
        <a:lstStyle/>
        <a:p>
          <a:endParaRPr lang="en-GB"/>
        </a:p>
      </dgm:t>
    </dgm:pt>
    <dgm:pt modelId="{6CEFBB39-CCFD-B547-81A5-3C5944CE2AD2}">
      <dgm:prSet/>
      <dgm:spPr/>
      <dgm:t>
        <a:bodyPr/>
        <a:lstStyle/>
        <a:p>
          <a:r>
            <a:rPr lang="en-IN"/>
            <a:t>A clear example was Assamese.</a:t>
          </a:r>
        </a:p>
      </dgm:t>
    </dgm:pt>
    <dgm:pt modelId="{6C3B4C61-0154-DA4D-9FF7-574ED3C76637}" type="parTrans" cxnId="{88D0BFF9-C304-8C42-B8F7-DB72601C5562}">
      <dgm:prSet/>
      <dgm:spPr/>
      <dgm:t>
        <a:bodyPr/>
        <a:lstStyle/>
        <a:p>
          <a:endParaRPr lang="en-GB"/>
        </a:p>
      </dgm:t>
    </dgm:pt>
    <dgm:pt modelId="{EDA0CB15-C25A-2841-9042-03437FADF370}" type="sibTrans" cxnId="{88D0BFF9-C304-8C42-B8F7-DB72601C5562}">
      <dgm:prSet/>
      <dgm:spPr/>
      <dgm:t>
        <a:bodyPr/>
        <a:lstStyle/>
        <a:p>
          <a:endParaRPr lang="en-GB"/>
        </a:p>
      </dgm:t>
    </dgm:pt>
    <dgm:pt modelId="{E03499CE-495A-0441-9317-6922BFD3B971}">
      <dgm:prSet/>
      <dgm:spPr/>
      <dgm:t>
        <a:bodyPr/>
        <a:lstStyle/>
        <a:p>
          <a:r>
            <a:rPr lang="en-IN"/>
            <a:t>One speaker ID was classified very well, while others from the same language were much less reliable</a:t>
          </a:r>
        </a:p>
      </dgm:t>
    </dgm:pt>
    <dgm:pt modelId="{A4C85E80-BB6F-6E4F-AB6F-4A4D9DAB9A43}" type="parTrans" cxnId="{BF1AD673-A421-4645-8D72-8AD727EAC13B}">
      <dgm:prSet/>
      <dgm:spPr/>
      <dgm:t>
        <a:bodyPr/>
        <a:lstStyle/>
        <a:p>
          <a:endParaRPr lang="en-GB"/>
        </a:p>
      </dgm:t>
    </dgm:pt>
    <dgm:pt modelId="{4A78D0D9-7683-A34A-9870-C5E3460236C5}" type="sibTrans" cxnId="{BF1AD673-A421-4645-8D72-8AD727EAC13B}">
      <dgm:prSet/>
      <dgm:spPr/>
      <dgm:t>
        <a:bodyPr/>
        <a:lstStyle/>
        <a:p>
          <a:endParaRPr lang="en-GB"/>
        </a:p>
      </dgm:t>
    </dgm:pt>
    <dgm:pt modelId="{4919C71F-5480-2247-B9EB-473212B45577}" type="pres">
      <dgm:prSet presAssocID="{00DDC39C-7795-9944-961F-1031DBA5D3B2}" presName="diagram" presStyleCnt="0">
        <dgm:presLayoutVars>
          <dgm:chPref val="1"/>
          <dgm:dir/>
          <dgm:animOne val="branch"/>
          <dgm:animLvl val="lvl"/>
          <dgm:resizeHandles/>
        </dgm:presLayoutVars>
      </dgm:prSet>
      <dgm:spPr/>
    </dgm:pt>
    <dgm:pt modelId="{2B66742D-4F52-F74C-86F3-5B7450837B7B}" type="pres">
      <dgm:prSet presAssocID="{B2F2899C-10AF-4B46-9611-3B380D12975B}" presName="root" presStyleCnt="0"/>
      <dgm:spPr/>
    </dgm:pt>
    <dgm:pt modelId="{F368F648-73F9-754A-8195-F8C0214E7CF1}" type="pres">
      <dgm:prSet presAssocID="{B2F2899C-10AF-4B46-9611-3B380D12975B}" presName="rootComposite" presStyleCnt="0"/>
      <dgm:spPr/>
    </dgm:pt>
    <dgm:pt modelId="{6824D171-C2FE-784B-9EAF-A436D76C2572}" type="pres">
      <dgm:prSet presAssocID="{B2F2899C-10AF-4B46-9611-3B380D12975B}" presName="rootText" presStyleLbl="node1" presStyleIdx="0" presStyleCnt="1"/>
      <dgm:spPr/>
    </dgm:pt>
    <dgm:pt modelId="{5A601756-A1A8-1E4D-BB6F-C10C6F795922}" type="pres">
      <dgm:prSet presAssocID="{B2F2899C-10AF-4B46-9611-3B380D12975B}" presName="rootConnector" presStyleLbl="node1" presStyleIdx="0" presStyleCnt="1"/>
      <dgm:spPr/>
    </dgm:pt>
    <dgm:pt modelId="{260C6D4D-939C-5649-8D13-8268F5E2EB6C}" type="pres">
      <dgm:prSet presAssocID="{B2F2899C-10AF-4B46-9611-3B380D12975B}" presName="childShape" presStyleCnt="0"/>
      <dgm:spPr/>
    </dgm:pt>
    <dgm:pt modelId="{4CF52472-EE24-134B-9185-A60FEBDF7CF9}" type="pres">
      <dgm:prSet presAssocID="{6C3B4C61-0154-DA4D-9FF7-574ED3C76637}" presName="Name13" presStyleLbl="parChTrans1D2" presStyleIdx="0" presStyleCnt="2"/>
      <dgm:spPr/>
    </dgm:pt>
    <dgm:pt modelId="{AA0A7571-F133-6F45-8C8A-75B15298B56B}" type="pres">
      <dgm:prSet presAssocID="{6CEFBB39-CCFD-B547-81A5-3C5944CE2AD2}" presName="childText" presStyleLbl="bgAcc1" presStyleIdx="0" presStyleCnt="2">
        <dgm:presLayoutVars>
          <dgm:bulletEnabled val="1"/>
        </dgm:presLayoutVars>
      </dgm:prSet>
      <dgm:spPr/>
    </dgm:pt>
    <dgm:pt modelId="{2158A664-E0BE-8444-A0E9-15AF402B6252}" type="pres">
      <dgm:prSet presAssocID="{A4C85E80-BB6F-6E4F-AB6F-4A4D9DAB9A43}" presName="Name13" presStyleLbl="parChTrans1D2" presStyleIdx="1" presStyleCnt="2"/>
      <dgm:spPr/>
    </dgm:pt>
    <dgm:pt modelId="{7D3EA504-2963-5848-B30B-C93EAD12B2B2}" type="pres">
      <dgm:prSet presAssocID="{E03499CE-495A-0441-9317-6922BFD3B971}" presName="childText" presStyleLbl="bgAcc1" presStyleIdx="1" presStyleCnt="2">
        <dgm:presLayoutVars>
          <dgm:bulletEnabled val="1"/>
        </dgm:presLayoutVars>
      </dgm:prSet>
      <dgm:spPr/>
    </dgm:pt>
  </dgm:ptLst>
  <dgm:cxnLst>
    <dgm:cxn modelId="{9ED31618-A06A-DE4B-AA84-E428FD52020F}" type="presOf" srcId="{A4C85E80-BB6F-6E4F-AB6F-4A4D9DAB9A43}" destId="{2158A664-E0BE-8444-A0E9-15AF402B6252}" srcOrd="0" destOrd="0" presId="urn:microsoft.com/office/officeart/2005/8/layout/hierarchy3"/>
    <dgm:cxn modelId="{A825A525-0D0B-824C-88DD-83A3FBA8B55A}" srcId="{00DDC39C-7795-9944-961F-1031DBA5D3B2}" destId="{B2F2899C-10AF-4B46-9611-3B380D12975B}" srcOrd="0" destOrd="0" parTransId="{6CF43513-1EE6-B14B-82B9-8577FD5D9097}" sibTransId="{F458EA76-060F-5E45-820C-A996CEF2392D}"/>
    <dgm:cxn modelId="{BF1AD673-A421-4645-8D72-8AD727EAC13B}" srcId="{B2F2899C-10AF-4B46-9611-3B380D12975B}" destId="{E03499CE-495A-0441-9317-6922BFD3B971}" srcOrd="1" destOrd="0" parTransId="{A4C85E80-BB6F-6E4F-AB6F-4A4D9DAB9A43}" sibTransId="{4A78D0D9-7683-A34A-9870-C5E3460236C5}"/>
    <dgm:cxn modelId="{CF24F99D-6236-5B4C-BCC3-A84559E64159}" type="presOf" srcId="{00DDC39C-7795-9944-961F-1031DBA5D3B2}" destId="{4919C71F-5480-2247-B9EB-473212B45577}" srcOrd="0" destOrd="0" presId="urn:microsoft.com/office/officeart/2005/8/layout/hierarchy3"/>
    <dgm:cxn modelId="{AED2B2C2-9531-8741-AE14-3A19387899E5}" type="presOf" srcId="{6CEFBB39-CCFD-B547-81A5-3C5944CE2AD2}" destId="{AA0A7571-F133-6F45-8C8A-75B15298B56B}" srcOrd="0" destOrd="0" presId="urn:microsoft.com/office/officeart/2005/8/layout/hierarchy3"/>
    <dgm:cxn modelId="{FEC7EBD7-A6FC-9C4A-AEFA-1221C38AA901}" type="presOf" srcId="{6C3B4C61-0154-DA4D-9FF7-574ED3C76637}" destId="{4CF52472-EE24-134B-9185-A60FEBDF7CF9}" srcOrd="0" destOrd="0" presId="urn:microsoft.com/office/officeart/2005/8/layout/hierarchy3"/>
    <dgm:cxn modelId="{556F91F1-15CE-1C4F-A6FE-84B260330AA4}" type="presOf" srcId="{B2F2899C-10AF-4B46-9611-3B380D12975B}" destId="{6824D171-C2FE-784B-9EAF-A436D76C2572}" srcOrd="0" destOrd="0" presId="urn:microsoft.com/office/officeart/2005/8/layout/hierarchy3"/>
    <dgm:cxn modelId="{6EA0C2F6-B4BD-6E43-B35F-97CC0159A2E8}" type="presOf" srcId="{E03499CE-495A-0441-9317-6922BFD3B971}" destId="{7D3EA504-2963-5848-B30B-C93EAD12B2B2}" srcOrd="0" destOrd="0" presId="urn:microsoft.com/office/officeart/2005/8/layout/hierarchy3"/>
    <dgm:cxn modelId="{88D0BFF9-C304-8C42-B8F7-DB72601C5562}" srcId="{B2F2899C-10AF-4B46-9611-3B380D12975B}" destId="{6CEFBB39-CCFD-B547-81A5-3C5944CE2AD2}" srcOrd="0" destOrd="0" parTransId="{6C3B4C61-0154-DA4D-9FF7-574ED3C76637}" sibTransId="{EDA0CB15-C25A-2841-9042-03437FADF370}"/>
    <dgm:cxn modelId="{119DB7FA-5428-A649-B4B7-17BE602227F3}" type="presOf" srcId="{B2F2899C-10AF-4B46-9611-3B380D12975B}" destId="{5A601756-A1A8-1E4D-BB6F-C10C6F795922}" srcOrd="1" destOrd="0" presId="urn:microsoft.com/office/officeart/2005/8/layout/hierarchy3"/>
    <dgm:cxn modelId="{541CD6C6-DE74-D24E-96C8-AE53E5FC3EA1}" type="presParOf" srcId="{4919C71F-5480-2247-B9EB-473212B45577}" destId="{2B66742D-4F52-F74C-86F3-5B7450837B7B}" srcOrd="0" destOrd="0" presId="urn:microsoft.com/office/officeart/2005/8/layout/hierarchy3"/>
    <dgm:cxn modelId="{BF89A357-162A-6042-AFC4-44A2281F681F}" type="presParOf" srcId="{2B66742D-4F52-F74C-86F3-5B7450837B7B}" destId="{F368F648-73F9-754A-8195-F8C0214E7CF1}" srcOrd="0" destOrd="0" presId="urn:microsoft.com/office/officeart/2005/8/layout/hierarchy3"/>
    <dgm:cxn modelId="{FF2321D6-9D49-1E46-819D-B7AA45811666}" type="presParOf" srcId="{F368F648-73F9-754A-8195-F8C0214E7CF1}" destId="{6824D171-C2FE-784B-9EAF-A436D76C2572}" srcOrd="0" destOrd="0" presId="urn:microsoft.com/office/officeart/2005/8/layout/hierarchy3"/>
    <dgm:cxn modelId="{A7FA0C3E-0FDE-5748-9DAC-1DEDAEB60B53}" type="presParOf" srcId="{F368F648-73F9-754A-8195-F8C0214E7CF1}" destId="{5A601756-A1A8-1E4D-BB6F-C10C6F795922}" srcOrd="1" destOrd="0" presId="urn:microsoft.com/office/officeart/2005/8/layout/hierarchy3"/>
    <dgm:cxn modelId="{5720000A-2070-9046-9273-47D69F34C5B4}" type="presParOf" srcId="{2B66742D-4F52-F74C-86F3-5B7450837B7B}" destId="{260C6D4D-939C-5649-8D13-8268F5E2EB6C}" srcOrd="1" destOrd="0" presId="urn:microsoft.com/office/officeart/2005/8/layout/hierarchy3"/>
    <dgm:cxn modelId="{E548BE4B-8507-DF4E-B6E9-F1850E046152}" type="presParOf" srcId="{260C6D4D-939C-5649-8D13-8268F5E2EB6C}" destId="{4CF52472-EE24-134B-9185-A60FEBDF7CF9}" srcOrd="0" destOrd="0" presId="urn:microsoft.com/office/officeart/2005/8/layout/hierarchy3"/>
    <dgm:cxn modelId="{629CF6B1-610D-674C-8C04-E429D2D3F2EE}" type="presParOf" srcId="{260C6D4D-939C-5649-8D13-8268F5E2EB6C}" destId="{AA0A7571-F133-6F45-8C8A-75B15298B56B}" srcOrd="1" destOrd="0" presId="urn:microsoft.com/office/officeart/2005/8/layout/hierarchy3"/>
    <dgm:cxn modelId="{F135E994-1C3F-AE43-9AEC-16FBE4D1D82F}" type="presParOf" srcId="{260C6D4D-939C-5649-8D13-8268F5E2EB6C}" destId="{2158A664-E0BE-8444-A0E9-15AF402B6252}" srcOrd="2" destOrd="0" presId="urn:microsoft.com/office/officeart/2005/8/layout/hierarchy3"/>
    <dgm:cxn modelId="{580D216E-2720-594B-99EB-899FB583A411}" type="presParOf" srcId="{260C6D4D-939C-5649-8D13-8268F5E2EB6C}" destId="{7D3EA504-2963-5848-B30B-C93EAD12B2B2}" srcOrd="3"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428AFD4-2E23-4B40-A4A6-D978C200BBC5}" type="doc">
      <dgm:prSet loTypeId="urn:microsoft.com/office/officeart/2005/8/layout/list1" loCatId="list" qsTypeId="urn:microsoft.com/office/officeart/2005/8/quickstyle/simple1" qsCatId="simple" csTypeId="urn:microsoft.com/office/officeart/2005/8/colors/colorful1" csCatId="colorful"/>
      <dgm:spPr/>
      <dgm:t>
        <a:bodyPr/>
        <a:lstStyle/>
        <a:p>
          <a:endParaRPr lang="en-US"/>
        </a:p>
      </dgm:t>
    </dgm:pt>
    <dgm:pt modelId="{A0E7DF24-CB8E-4721-A8CF-0CCB619E6E35}">
      <dgm:prSet/>
      <dgm:spPr/>
      <dgm:t>
        <a:bodyPr/>
        <a:lstStyle/>
        <a:p>
          <a:r>
            <a:rPr lang="en-US"/>
            <a:t>SpecAUGMENT</a:t>
          </a:r>
        </a:p>
      </dgm:t>
    </dgm:pt>
    <dgm:pt modelId="{81A80243-2285-4410-A2F7-6FDEF477B6E9}" type="parTrans" cxnId="{E07B530D-8367-49C8-BED1-E6B9668A08BD}">
      <dgm:prSet/>
      <dgm:spPr/>
      <dgm:t>
        <a:bodyPr/>
        <a:lstStyle/>
        <a:p>
          <a:endParaRPr lang="en-US"/>
        </a:p>
      </dgm:t>
    </dgm:pt>
    <dgm:pt modelId="{3FA11AD6-E748-43B6-84C0-5510C6153D05}" type="sibTrans" cxnId="{E07B530D-8367-49C8-BED1-E6B9668A08BD}">
      <dgm:prSet/>
      <dgm:spPr/>
      <dgm:t>
        <a:bodyPr/>
        <a:lstStyle/>
        <a:p>
          <a:endParaRPr lang="en-US"/>
        </a:p>
      </dgm:t>
    </dgm:pt>
    <dgm:pt modelId="{312852CD-778B-4920-9C10-620E1E33259F}">
      <dgm:prSet/>
      <dgm:spPr/>
      <dgm:t>
        <a:bodyPr/>
        <a:lstStyle/>
        <a:p>
          <a:r>
            <a:rPr lang="en-US"/>
            <a:t>XLS-R Model Waveform Augmentation </a:t>
          </a:r>
        </a:p>
      </dgm:t>
    </dgm:pt>
    <dgm:pt modelId="{0AD8D88E-097F-4209-8056-61DCFA655E86}" type="parTrans" cxnId="{98860E58-1F46-4C68-A01A-3E7703BDEC37}">
      <dgm:prSet/>
      <dgm:spPr/>
      <dgm:t>
        <a:bodyPr/>
        <a:lstStyle/>
        <a:p>
          <a:endParaRPr lang="en-US"/>
        </a:p>
      </dgm:t>
    </dgm:pt>
    <dgm:pt modelId="{C10AF2F0-D937-4008-8923-93E109752898}" type="sibTrans" cxnId="{98860E58-1F46-4C68-A01A-3E7703BDEC37}">
      <dgm:prSet/>
      <dgm:spPr/>
      <dgm:t>
        <a:bodyPr/>
        <a:lstStyle/>
        <a:p>
          <a:endParaRPr lang="en-US"/>
        </a:p>
      </dgm:t>
    </dgm:pt>
    <dgm:pt modelId="{B65D468B-9E23-4369-B04B-B04A17FACBBE}">
      <dgm:prSet/>
      <dgm:spPr/>
      <dgm:t>
        <a:bodyPr/>
        <a:lstStyle/>
        <a:p>
          <a:r>
            <a:rPr lang="en-US"/>
            <a:t>Augmentation with replacement </a:t>
          </a:r>
        </a:p>
      </dgm:t>
    </dgm:pt>
    <dgm:pt modelId="{FFD1C9C9-7C85-40AE-B4C9-3A98716FD9C5}" type="parTrans" cxnId="{9163A038-E22D-4220-AFA3-ECB2D06656BA}">
      <dgm:prSet/>
      <dgm:spPr/>
      <dgm:t>
        <a:bodyPr/>
        <a:lstStyle/>
        <a:p>
          <a:endParaRPr lang="en-US"/>
        </a:p>
      </dgm:t>
    </dgm:pt>
    <dgm:pt modelId="{F188EF61-AD03-4118-8004-985D607D2478}" type="sibTrans" cxnId="{9163A038-E22D-4220-AFA3-ECB2D06656BA}">
      <dgm:prSet/>
      <dgm:spPr/>
      <dgm:t>
        <a:bodyPr/>
        <a:lstStyle/>
        <a:p>
          <a:endParaRPr lang="en-US"/>
        </a:p>
      </dgm:t>
    </dgm:pt>
    <dgm:pt modelId="{CEBE4622-9755-465C-8C02-B987CB67D012}">
      <dgm:prSet/>
      <dgm:spPr/>
      <dgm:t>
        <a:bodyPr/>
        <a:lstStyle/>
        <a:p>
          <a:r>
            <a:rPr lang="en-US"/>
            <a:t>Augmentation with sample addition </a:t>
          </a:r>
        </a:p>
      </dgm:t>
    </dgm:pt>
    <dgm:pt modelId="{9930FDEA-1F25-42DA-BB5B-52BF5BAA017A}" type="parTrans" cxnId="{6318C32A-36C3-415F-8342-0AD601CC7C5C}">
      <dgm:prSet/>
      <dgm:spPr/>
      <dgm:t>
        <a:bodyPr/>
        <a:lstStyle/>
        <a:p>
          <a:endParaRPr lang="en-US"/>
        </a:p>
      </dgm:t>
    </dgm:pt>
    <dgm:pt modelId="{BB697ABE-5657-48E6-9C79-E306697EF4F5}" type="sibTrans" cxnId="{6318C32A-36C3-415F-8342-0AD601CC7C5C}">
      <dgm:prSet/>
      <dgm:spPr/>
      <dgm:t>
        <a:bodyPr/>
        <a:lstStyle/>
        <a:p>
          <a:endParaRPr lang="en-US"/>
        </a:p>
      </dgm:t>
    </dgm:pt>
    <dgm:pt modelId="{0522A836-3BEA-4EA7-8DB0-FC36ADC462A9}">
      <dgm:prSet/>
      <dgm:spPr/>
      <dgm:t>
        <a:bodyPr/>
        <a:lstStyle/>
        <a:p>
          <a:r>
            <a:rPr lang="en-US"/>
            <a:t>Selective Augmentation</a:t>
          </a:r>
        </a:p>
      </dgm:t>
    </dgm:pt>
    <dgm:pt modelId="{5C36B48E-FDA4-4F71-82B5-A25B76108923}" type="parTrans" cxnId="{B0D69FAC-8268-4E9D-8E5B-8BCB4DD8AE40}">
      <dgm:prSet/>
      <dgm:spPr/>
      <dgm:t>
        <a:bodyPr/>
        <a:lstStyle/>
        <a:p>
          <a:endParaRPr lang="en-US"/>
        </a:p>
      </dgm:t>
    </dgm:pt>
    <dgm:pt modelId="{B1769C00-BF87-4A77-8B60-54EC8F30145F}" type="sibTrans" cxnId="{B0D69FAC-8268-4E9D-8E5B-8BCB4DD8AE40}">
      <dgm:prSet/>
      <dgm:spPr/>
      <dgm:t>
        <a:bodyPr/>
        <a:lstStyle/>
        <a:p>
          <a:endParaRPr lang="en-US"/>
        </a:p>
      </dgm:t>
    </dgm:pt>
    <dgm:pt modelId="{C7CF48FB-6EDA-6A49-9B14-18C43D7A24A8}" type="pres">
      <dgm:prSet presAssocID="{0428AFD4-2E23-4B40-A4A6-D978C200BBC5}" presName="linear" presStyleCnt="0">
        <dgm:presLayoutVars>
          <dgm:dir/>
          <dgm:animLvl val="lvl"/>
          <dgm:resizeHandles val="exact"/>
        </dgm:presLayoutVars>
      </dgm:prSet>
      <dgm:spPr/>
    </dgm:pt>
    <dgm:pt modelId="{BB6DD612-99AA-0B43-B9A4-DF088A85CDFA}" type="pres">
      <dgm:prSet presAssocID="{A0E7DF24-CB8E-4721-A8CF-0CCB619E6E35}" presName="parentLin" presStyleCnt="0"/>
      <dgm:spPr/>
    </dgm:pt>
    <dgm:pt modelId="{BCC84FE3-E9A1-E348-B0F4-558C820404D0}" type="pres">
      <dgm:prSet presAssocID="{A0E7DF24-CB8E-4721-A8CF-0CCB619E6E35}" presName="parentLeftMargin" presStyleLbl="node1" presStyleIdx="0" presStyleCnt="5"/>
      <dgm:spPr/>
    </dgm:pt>
    <dgm:pt modelId="{0A240EE7-5BDF-094C-BDAF-C96776F0599D}" type="pres">
      <dgm:prSet presAssocID="{A0E7DF24-CB8E-4721-A8CF-0CCB619E6E35}" presName="parentText" presStyleLbl="node1" presStyleIdx="0" presStyleCnt="5">
        <dgm:presLayoutVars>
          <dgm:chMax val="0"/>
          <dgm:bulletEnabled val="1"/>
        </dgm:presLayoutVars>
      </dgm:prSet>
      <dgm:spPr/>
    </dgm:pt>
    <dgm:pt modelId="{DA6C3E9F-1D7E-E149-B5CD-B2563225EDC9}" type="pres">
      <dgm:prSet presAssocID="{A0E7DF24-CB8E-4721-A8CF-0CCB619E6E35}" presName="negativeSpace" presStyleCnt="0"/>
      <dgm:spPr/>
    </dgm:pt>
    <dgm:pt modelId="{BCB8EBBD-8A68-8341-8821-A03D44D3D71C}" type="pres">
      <dgm:prSet presAssocID="{A0E7DF24-CB8E-4721-A8CF-0CCB619E6E35}" presName="childText" presStyleLbl="conFgAcc1" presStyleIdx="0" presStyleCnt="5">
        <dgm:presLayoutVars>
          <dgm:bulletEnabled val="1"/>
        </dgm:presLayoutVars>
      </dgm:prSet>
      <dgm:spPr/>
    </dgm:pt>
    <dgm:pt modelId="{FBEFE5EF-09CF-9E45-A717-088A36933EE2}" type="pres">
      <dgm:prSet presAssocID="{3FA11AD6-E748-43B6-84C0-5510C6153D05}" presName="spaceBetweenRectangles" presStyleCnt="0"/>
      <dgm:spPr/>
    </dgm:pt>
    <dgm:pt modelId="{CFF93B7E-4E60-9942-B82F-27198FCED1C2}" type="pres">
      <dgm:prSet presAssocID="{312852CD-778B-4920-9C10-620E1E33259F}" presName="parentLin" presStyleCnt="0"/>
      <dgm:spPr/>
    </dgm:pt>
    <dgm:pt modelId="{F564DF46-7AA5-4C47-8EFA-EDDBF108811D}" type="pres">
      <dgm:prSet presAssocID="{312852CD-778B-4920-9C10-620E1E33259F}" presName="parentLeftMargin" presStyleLbl="node1" presStyleIdx="0" presStyleCnt="5"/>
      <dgm:spPr/>
    </dgm:pt>
    <dgm:pt modelId="{AEC3907C-B31E-4A45-A5EA-A1ECDC0E6077}" type="pres">
      <dgm:prSet presAssocID="{312852CD-778B-4920-9C10-620E1E33259F}" presName="parentText" presStyleLbl="node1" presStyleIdx="1" presStyleCnt="5">
        <dgm:presLayoutVars>
          <dgm:chMax val="0"/>
          <dgm:bulletEnabled val="1"/>
        </dgm:presLayoutVars>
      </dgm:prSet>
      <dgm:spPr/>
    </dgm:pt>
    <dgm:pt modelId="{65AD61C7-6470-3D43-911A-027E5EE55100}" type="pres">
      <dgm:prSet presAssocID="{312852CD-778B-4920-9C10-620E1E33259F}" presName="negativeSpace" presStyleCnt="0"/>
      <dgm:spPr/>
    </dgm:pt>
    <dgm:pt modelId="{6CD37805-BDCC-5F4A-ACFE-FF1E2844F175}" type="pres">
      <dgm:prSet presAssocID="{312852CD-778B-4920-9C10-620E1E33259F}" presName="childText" presStyleLbl="conFgAcc1" presStyleIdx="1" presStyleCnt="5">
        <dgm:presLayoutVars>
          <dgm:bulletEnabled val="1"/>
        </dgm:presLayoutVars>
      </dgm:prSet>
      <dgm:spPr/>
    </dgm:pt>
    <dgm:pt modelId="{C535993C-0D36-6B48-83B9-CB8A2A4CE615}" type="pres">
      <dgm:prSet presAssocID="{C10AF2F0-D937-4008-8923-93E109752898}" presName="spaceBetweenRectangles" presStyleCnt="0"/>
      <dgm:spPr/>
    </dgm:pt>
    <dgm:pt modelId="{5E5F385A-6449-3345-B565-3F51EFF2A262}" type="pres">
      <dgm:prSet presAssocID="{B65D468B-9E23-4369-B04B-B04A17FACBBE}" presName="parentLin" presStyleCnt="0"/>
      <dgm:spPr/>
    </dgm:pt>
    <dgm:pt modelId="{1975EE10-9296-5844-AF97-F991BC3733FB}" type="pres">
      <dgm:prSet presAssocID="{B65D468B-9E23-4369-B04B-B04A17FACBBE}" presName="parentLeftMargin" presStyleLbl="node1" presStyleIdx="1" presStyleCnt="5"/>
      <dgm:spPr/>
    </dgm:pt>
    <dgm:pt modelId="{DC21E4A9-23B9-2E4A-A85C-90D8FDF8389C}" type="pres">
      <dgm:prSet presAssocID="{B65D468B-9E23-4369-B04B-B04A17FACBBE}" presName="parentText" presStyleLbl="node1" presStyleIdx="2" presStyleCnt="5">
        <dgm:presLayoutVars>
          <dgm:chMax val="0"/>
          <dgm:bulletEnabled val="1"/>
        </dgm:presLayoutVars>
      </dgm:prSet>
      <dgm:spPr/>
    </dgm:pt>
    <dgm:pt modelId="{281DC9A6-5A64-4545-9007-06230E1FF631}" type="pres">
      <dgm:prSet presAssocID="{B65D468B-9E23-4369-B04B-B04A17FACBBE}" presName="negativeSpace" presStyleCnt="0"/>
      <dgm:spPr/>
    </dgm:pt>
    <dgm:pt modelId="{8CC05100-04C6-DD44-9223-0675EA67FEA1}" type="pres">
      <dgm:prSet presAssocID="{B65D468B-9E23-4369-B04B-B04A17FACBBE}" presName="childText" presStyleLbl="conFgAcc1" presStyleIdx="2" presStyleCnt="5">
        <dgm:presLayoutVars>
          <dgm:bulletEnabled val="1"/>
        </dgm:presLayoutVars>
      </dgm:prSet>
      <dgm:spPr/>
    </dgm:pt>
    <dgm:pt modelId="{7A430FE6-0007-D54B-8CDB-2F0E9C6BEEC1}" type="pres">
      <dgm:prSet presAssocID="{F188EF61-AD03-4118-8004-985D607D2478}" presName="spaceBetweenRectangles" presStyleCnt="0"/>
      <dgm:spPr/>
    </dgm:pt>
    <dgm:pt modelId="{D892BD30-4372-554A-BC1D-BDA2B25823B6}" type="pres">
      <dgm:prSet presAssocID="{CEBE4622-9755-465C-8C02-B987CB67D012}" presName="parentLin" presStyleCnt="0"/>
      <dgm:spPr/>
    </dgm:pt>
    <dgm:pt modelId="{69BB3B78-8139-A64D-8279-E4D16B072899}" type="pres">
      <dgm:prSet presAssocID="{CEBE4622-9755-465C-8C02-B987CB67D012}" presName="parentLeftMargin" presStyleLbl="node1" presStyleIdx="2" presStyleCnt="5"/>
      <dgm:spPr/>
    </dgm:pt>
    <dgm:pt modelId="{BE4338DC-8592-6A4F-A9B9-4947E76BFE75}" type="pres">
      <dgm:prSet presAssocID="{CEBE4622-9755-465C-8C02-B987CB67D012}" presName="parentText" presStyleLbl="node1" presStyleIdx="3" presStyleCnt="5">
        <dgm:presLayoutVars>
          <dgm:chMax val="0"/>
          <dgm:bulletEnabled val="1"/>
        </dgm:presLayoutVars>
      </dgm:prSet>
      <dgm:spPr/>
    </dgm:pt>
    <dgm:pt modelId="{E916F6AD-E80D-4E46-8A15-0C4278F5AABA}" type="pres">
      <dgm:prSet presAssocID="{CEBE4622-9755-465C-8C02-B987CB67D012}" presName="negativeSpace" presStyleCnt="0"/>
      <dgm:spPr/>
    </dgm:pt>
    <dgm:pt modelId="{E644B478-B746-2F4F-8983-6BCAD0BA1F67}" type="pres">
      <dgm:prSet presAssocID="{CEBE4622-9755-465C-8C02-B987CB67D012}" presName="childText" presStyleLbl="conFgAcc1" presStyleIdx="3" presStyleCnt="5">
        <dgm:presLayoutVars>
          <dgm:bulletEnabled val="1"/>
        </dgm:presLayoutVars>
      </dgm:prSet>
      <dgm:spPr/>
    </dgm:pt>
    <dgm:pt modelId="{867301A0-9C6B-8847-9626-8531FE29EC89}" type="pres">
      <dgm:prSet presAssocID="{BB697ABE-5657-48E6-9C79-E306697EF4F5}" presName="spaceBetweenRectangles" presStyleCnt="0"/>
      <dgm:spPr/>
    </dgm:pt>
    <dgm:pt modelId="{75C567E7-27F6-D74D-B9CF-BB25853E8BE0}" type="pres">
      <dgm:prSet presAssocID="{0522A836-3BEA-4EA7-8DB0-FC36ADC462A9}" presName="parentLin" presStyleCnt="0"/>
      <dgm:spPr/>
    </dgm:pt>
    <dgm:pt modelId="{86FE4434-2B66-A84D-AF6B-20DF60AC9C95}" type="pres">
      <dgm:prSet presAssocID="{0522A836-3BEA-4EA7-8DB0-FC36ADC462A9}" presName="parentLeftMargin" presStyleLbl="node1" presStyleIdx="3" presStyleCnt="5"/>
      <dgm:spPr/>
    </dgm:pt>
    <dgm:pt modelId="{E3671F8F-218F-0D46-9D86-B9AE6F9140A1}" type="pres">
      <dgm:prSet presAssocID="{0522A836-3BEA-4EA7-8DB0-FC36ADC462A9}" presName="parentText" presStyleLbl="node1" presStyleIdx="4" presStyleCnt="5">
        <dgm:presLayoutVars>
          <dgm:chMax val="0"/>
          <dgm:bulletEnabled val="1"/>
        </dgm:presLayoutVars>
      </dgm:prSet>
      <dgm:spPr/>
    </dgm:pt>
    <dgm:pt modelId="{8033EBFA-1253-574B-AA41-EA3E134869A9}" type="pres">
      <dgm:prSet presAssocID="{0522A836-3BEA-4EA7-8DB0-FC36ADC462A9}" presName="negativeSpace" presStyleCnt="0"/>
      <dgm:spPr/>
    </dgm:pt>
    <dgm:pt modelId="{1BB215E4-BC36-A948-AB32-B33A046E490A}" type="pres">
      <dgm:prSet presAssocID="{0522A836-3BEA-4EA7-8DB0-FC36ADC462A9}" presName="childText" presStyleLbl="conFgAcc1" presStyleIdx="4" presStyleCnt="5">
        <dgm:presLayoutVars>
          <dgm:bulletEnabled val="1"/>
        </dgm:presLayoutVars>
      </dgm:prSet>
      <dgm:spPr/>
    </dgm:pt>
  </dgm:ptLst>
  <dgm:cxnLst>
    <dgm:cxn modelId="{0569FC06-8A75-C34F-A610-56E421B99E49}" type="presOf" srcId="{CEBE4622-9755-465C-8C02-B987CB67D012}" destId="{69BB3B78-8139-A64D-8279-E4D16B072899}" srcOrd="0" destOrd="0" presId="urn:microsoft.com/office/officeart/2005/8/layout/list1"/>
    <dgm:cxn modelId="{E07B530D-8367-49C8-BED1-E6B9668A08BD}" srcId="{0428AFD4-2E23-4B40-A4A6-D978C200BBC5}" destId="{A0E7DF24-CB8E-4721-A8CF-0CCB619E6E35}" srcOrd="0" destOrd="0" parTransId="{81A80243-2285-4410-A2F7-6FDEF477B6E9}" sibTransId="{3FA11AD6-E748-43B6-84C0-5510C6153D05}"/>
    <dgm:cxn modelId="{EBBBF01B-F47E-1547-9198-3A8465A21D7F}" type="presOf" srcId="{CEBE4622-9755-465C-8C02-B987CB67D012}" destId="{BE4338DC-8592-6A4F-A9B9-4947E76BFE75}" srcOrd="1" destOrd="0" presId="urn:microsoft.com/office/officeart/2005/8/layout/list1"/>
    <dgm:cxn modelId="{A7ECAA23-84EF-FD43-A767-AF1D9B0EB462}" type="presOf" srcId="{0428AFD4-2E23-4B40-A4A6-D978C200BBC5}" destId="{C7CF48FB-6EDA-6A49-9B14-18C43D7A24A8}" srcOrd="0" destOrd="0" presId="urn:microsoft.com/office/officeart/2005/8/layout/list1"/>
    <dgm:cxn modelId="{6318C32A-36C3-415F-8342-0AD601CC7C5C}" srcId="{0428AFD4-2E23-4B40-A4A6-D978C200BBC5}" destId="{CEBE4622-9755-465C-8C02-B987CB67D012}" srcOrd="3" destOrd="0" parTransId="{9930FDEA-1F25-42DA-BB5B-52BF5BAA017A}" sibTransId="{BB697ABE-5657-48E6-9C79-E306697EF4F5}"/>
    <dgm:cxn modelId="{9163A038-E22D-4220-AFA3-ECB2D06656BA}" srcId="{0428AFD4-2E23-4B40-A4A6-D978C200BBC5}" destId="{B65D468B-9E23-4369-B04B-B04A17FACBBE}" srcOrd="2" destOrd="0" parTransId="{FFD1C9C9-7C85-40AE-B4C9-3A98716FD9C5}" sibTransId="{F188EF61-AD03-4118-8004-985D607D2478}"/>
    <dgm:cxn modelId="{98860E58-1F46-4C68-A01A-3E7703BDEC37}" srcId="{0428AFD4-2E23-4B40-A4A6-D978C200BBC5}" destId="{312852CD-778B-4920-9C10-620E1E33259F}" srcOrd="1" destOrd="0" parTransId="{0AD8D88E-097F-4209-8056-61DCFA655E86}" sibTransId="{C10AF2F0-D937-4008-8923-93E109752898}"/>
    <dgm:cxn modelId="{1AE55B6E-A404-5F47-896A-977A22E7AEF2}" type="presOf" srcId="{B65D468B-9E23-4369-B04B-B04A17FACBBE}" destId="{DC21E4A9-23B9-2E4A-A85C-90D8FDF8389C}" srcOrd="1" destOrd="0" presId="urn:microsoft.com/office/officeart/2005/8/layout/list1"/>
    <dgm:cxn modelId="{6C2ED59E-FA15-FC4A-8151-EA9154FAD479}" type="presOf" srcId="{0522A836-3BEA-4EA7-8DB0-FC36ADC462A9}" destId="{E3671F8F-218F-0D46-9D86-B9AE6F9140A1}" srcOrd="1" destOrd="0" presId="urn:microsoft.com/office/officeart/2005/8/layout/list1"/>
    <dgm:cxn modelId="{BED8EDA4-3400-9F4E-9E46-2D13D8E46BDE}" type="presOf" srcId="{A0E7DF24-CB8E-4721-A8CF-0CCB619E6E35}" destId="{BCC84FE3-E9A1-E348-B0F4-558C820404D0}" srcOrd="0" destOrd="0" presId="urn:microsoft.com/office/officeart/2005/8/layout/list1"/>
    <dgm:cxn modelId="{DA30D1AB-FE36-614F-8856-658E48D22994}" type="presOf" srcId="{A0E7DF24-CB8E-4721-A8CF-0CCB619E6E35}" destId="{0A240EE7-5BDF-094C-BDAF-C96776F0599D}" srcOrd="1" destOrd="0" presId="urn:microsoft.com/office/officeart/2005/8/layout/list1"/>
    <dgm:cxn modelId="{B0D69FAC-8268-4E9D-8E5B-8BCB4DD8AE40}" srcId="{0428AFD4-2E23-4B40-A4A6-D978C200BBC5}" destId="{0522A836-3BEA-4EA7-8DB0-FC36ADC462A9}" srcOrd="4" destOrd="0" parTransId="{5C36B48E-FDA4-4F71-82B5-A25B76108923}" sibTransId="{B1769C00-BF87-4A77-8B60-54EC8F30145F}"/>
    <dgm:cxn modelId="{161117CB-B5C3-F24C-B9D7-1BE09EDD8523}" type="presOf" srcId="{0522A836-3BEA-4EA7-8DB0-FC36ADC462A9}" destId="{86FE4434-2B66-A84D-AF6B-20DF60AC9C95}" srcOrd="0" destOrd="0" presId="urn:microsoft.com/office/officeart/2005/8/layout/list1"/>
    <dgm:cxn modelId="{5F3E20D2-9DAD-5947-90C1-1DCA36EBD0DC}" type="presOf" srcId="{B65D468B-9E23-4369-B04B-B04A17FACBBE}" destId="{1975EE10-9296-5844-AF97-F991BC3733FB}" srcOrd="0" destOrd="0" presId="urn:microsoft.com/office/officeart/2005/8/layout/list1"/>
    <dgm:cxn modelId="{19169FE7-1972-794F-ABA3-60CF2464346B}" type="presOf" srcId="{312852CD-778B-4920-9C10-620E1E33259F}" destId="{F564DF46-7AA5-4C47-8EFA-EDDBF108811D}" srcOrd="0" destOrd="0" presId="urn:microsoft.com/office/officeart/2005/8/layout/list1"/>
    <dgm:cxn modelId="{0F377EFB-54CC-634F-BC91-C03D80815F3A}" type="presOf" srcId="{312852CD-778B-4920-9C10-620E1E33259F}" destId="{AEC3907C-B31E-4A45-A5EA-A1ECDC0E6077}" srcOrd="1" destOrd="0" presId="urn:microsoft.com/office/officeart/2005/8/layout/list1"/>
    <dgm:cxn modelId="{13772662-17CD-0A45-875E-D1D3FA5E41AD}" type="presParOf" srcId="{C7CF48FB-6EDA-6A49-9B14-18C43D7A24A8}" destId="{BB6DD612-99AA-0B43-B9A4-DF088A85CDFA}" srcOrd="0" destOrd="0" presId="urn:microsoft.com/office/officeart/2005/8/layout/list1"/>
    <dgm:cxn modelId="{6BEA0900-D8C5-324C-9401-1538C3FABD93}" type="presParOf" srcId="{BB6DD612-99AA-0B43-B9A4-DF088A85CDFA}" destId="{BCC84FE3-E9A1-E348-B0F4-558C820404D0}" srcOrd="0" destOrd="0" presId="urn:microsoft.com/office/officeart/2005/8/layout/list1"/>
    <dgm:cxn modelId="{C19BA412-B7FF-B345-B5DF-C05B1473D2F3}" type="presParOf" srcId="{BB6DD612-99AA-0B43-B9A4-DF088A85CDFA}" destId="{0A240EE7-5BDF-094C-BDAF-C96776F0599D}" srcOrd="1" destOrd="0" presId="urn:microsoft.com/office/officeart/2005/8/layout/list1"/>
    <dgm:cxn modelId="{F2108180-5FFD-FF46-8742-1D36FEBC35FA}" type="presParOf" srcId="{C7CF48FB-6EDA-6A49-9B14-18C43D7A24A8}" destId="{DA6C3E9F-1D7E-E149-B5CD-B2563225EDC9}" srcOrd="1" destOrd="0" presId="urn:microsoft.com/office/officeart/2005/8/layout/list1"/>
    <dgm:cxn modelId="{6A15062C-5F74-E14C-9F74-04D14FA013C4}" type="presParOf" srcId="{C7CF48FB-6EDA-6A49-9B14-18C43D7A24A8}" destId="{BCB8EBBD-8A68-8341-8821-A03D44D3D71C}" srcOrd="2" destOrd="0" presId="urn:microsoft.com/office/officeart/2005/8/layout/list1"/>
    <dgm:cxn modelId="{14F856B6-08C3-B04D-9A1D-FAE3765E1D06}" type="presParOf" srcId="{C7CF48FB-6EDA-6A49-9B14-18C43D7A24A8}" destId="{FBEFE5EF-09CF-9E45-A717-088A36933EE2}" srcOrd="3" destOrd="0" presId="urn:microsoft.com/office/officeart/2005/8/layout/list1"/>
    <dgm:cxn modelId="{4C0CBCBA-302C-724C-B2AF-EE1CE7547CDE}" type="presParOf" srcId="{C7CF48FB-6EDA-6A49-9B14-18C43D7A24A8}" destId="{CFF93B7E-4E60-9942-B82F-27198FCED1C2}" srcOrd="4" destOrd="0" presId="urn:microsoft.com/office/officeart/2005/8/layout/list1"/>
    <dgm:cxn modelId="{E7BB4299-0F16-6146-BBB1-212BC4420D75}" type="presParOf" srcId="{CFF93B7E-4E60-9942-B82F-27198FCED1C2}" destId="{F564DF46-7AA5-4C47-8EFA-EDDBF108811D}" srcOrd="0" destOrd="0" presId="urn:microsoft.com/office/officeart/2005/8/layout/list1"/>
    <dgm:cxn modelId="{7324B873-0940-5C41-ACA7-7696FC73B1C2}" type="presParOf" srcId="{CFF93B7E-4E60-9942-B82F-27198FCED1C2}" destId="{AEC3907C-B31E-4A45-A5EA-A1ECDC0E6077}" srcOrd="1" destOrd="0" presId="urn:microsoft.com/office/officeart/2005/8/layout/list1"/>
    <dgm:cxn modelId="{0832EC6E-8790-6C46-9C48-8FB785D98D78}" type="presParOf" srcId="{C7CF48FB-6EDA-6A49-9B14-18C43D7A24A8}" destId="{65AD61C7-6470-3D43-911A-027E5EE55100}" srcOrd="5" destOrd="0" presId="urn:microsoft.com/office/officeart/2005/8/layout/list1"/>
    <dgm:cxn modelId="{1CD70ACE-1C9B-6A4D-8C2D-844E8B7DA374}" type="presParOf" srcId="{C7CF48FB-6EDA-6A49-9B14-18C43D7A24A8}" destId="{6CD37805-BDCC-5F4A-ACFE-FF1E2844F175}" srcOrd="6" destOrd="0" presId="urn:microsoft.com/office/officeart/2005/8/layout/list1"/>
    <dgm:cxn modelId="{80E21BB4-ECEE-0D46-B7FA-806941EAAD76}" type="presParOf" srcId="{C7CF48FB-6EDA-6A49-9B14-18C43D7A24A8}" destId="{C535993C-0D36-6B48-83B9-CB8A2A4CE615}" srcOrd="7" destOrd="0" presId="urn:microsoft.com/office/officeart/2005/8/layout/list1"/>
    <dgm:cxn modelId="{9A07CB00-94A8-EC4D-8B23-1751501FEA99}" type="presParOf" srcId="{C7CF48FB-6EDA-6A49-9B14-18C43D7A24A8}" destId="{5E5F385A-6449-3345-B565-3F51EFF2A262}" srcOrd="8" destOrd="0" presId="urn:microsoft.com/office/officeart/2005/8/layout/list1"/>
    <dgm:cxn modelId="{A8870836-7563-5842-BC7F-3CB71983592F}" type="presParOf" srcId="{5E5F385A-6449-3345-B565-3F51EFF2A262}" destId="{1975EE10-9296-5844-AF97-F991BC3733FB}" srcOrd="0" destOrd="0" presId="urn:microsoft.com/office/officeart/2005/8/layout/list1"/>
    <dgm:cxn modelId="{3D561E90-3BB5-9C49-8DC0-A7C2C74A22DF}" type="presParOf" srcId="{5E5F385A-6449-3345-B565-3F51EFF2A262}" destId="{DC21E4A9-23B9-2E4A-A85C-90D8FDF8389C}" srcOrd="1" destOrd="0" presId="urn:microsoft.com/office/officeart/2005/8/layout/list1"/>
    <dgm:cxn modelId="{E58E744B-7A64-1340-AE44-7B77AD9301ED}" type="presParOf" srcId="{C7CF48FB-6EDA-6A49-9B14-18C43D7A24A8}" destId="{281DC9A6-5A64-4545-9007-06230E1FF631}" srcOrd="9" destOrd="0" presId="urn:microsoft.com/office/officeart/2005/8/layout/list1"/>
    <dgm:cxn modelId="{D061BFBE-F90C-294B-B4A0-609393F74BFF}" type="presParOf" srcId="{C7CF48FB-6EDA-6A49-9B14-18C43D7A24A8}" destId="{8CC05100-04C6-DD44-9223-0675EA67FEA1}" srcOrd="10" destOrd="0" presId="urn:microsoft.com/office/officeart/2005/8/layout/list1"/>
    <dgm:cxn modelId="{2F398975-3374-644F-B172-D409AE21ACE1}" type="presParOf" srcId="{C7CF48FB-6EDA-6A49-9B14-18C43D7A24A8}" destId="{7A430FE6-0007-D54B-8CDB-2F0E9C6BEEC1}" srcOrd="11" destOrd="0" presId="urn:microsoft.com/office/officeart/2005/8/layout/list1"/>
    <dgm:cxn modelId="{C452AA39-6CAE-EF4A-A997-5807F953EF8E}" type="presParOf" srcId="{C7CF48FB-6EDA-6A49-9B14-18C43D7A24A8}" destId="{D892BD30-4372-554A-BC1D-BDA2B25823B6}" srcOrd="12" destOrd="0" presId="urn:microsoft.com/office/officeart/2005/8/layout/list1"/>
    <dgm:cxn modelId="{6BF295B8-A643-1243-8629-2372DF3C792F}" type="presParOf" srcId="{D892BD30-4372-554A-BC1D-BDA2B25823B6}" destId="{69BB3B78-8139-A64D-8279-E4D16B072899}" srcOrd="0" destOrd="0" presId="urn:microsoft.com/office/officeart/2005/8/layout/list1"/>
    <dgm:cxn modelId="{0C6F4301-6C53-5D41-A6A8-8864D2870AC8}" type="presParOf" srcId="{D892BD30-4372-554A-BC1D-BDA2B25823B6}" destId="{BE4338DC-8592-6A4F-A9B9-4947E76BFE75}" srcOrd="1" destOrd="0" presId="urn:microsoft.com/office/officeart/2005/8/layout/list1"/>
    <dgm:cxn modelId="{1A4BB41A-6346-A349-B434-19FA7640672B}" type="presParOf" srcId="{C7CF48FB-6EDA-6A49-9B14-18C43D7A24A8}" destId="{E916F6AD-E80D-4E46-8A15-0C4278F5AABA}" srcOrd="13" destOrd="0" presId="urn:microsoft.com/office/officeart/2005/8/layout/list1"/>
    <dgm:cxn modelId="{58422137-18FF-A34D-A326-750B080C5B88}" type="presParOf" srcId="{C7CF48FB-6EDA-6A49-9B14-18C43D7A24A8}" destId="{E644B478-B746-2F4F-8983-6BCAD0BA1F67}" srcOrd="14" destOrd="0" presId="urn:microsoft.com/office/officeart/2005/8/layout/list1"/>
    <dgm:cxn modelId="{EA9E610E-5A9D-2742-BD72-ACA090303E8F}" type="presParOf" srcId="{C7CF48FB-6EDA-6A49-9B14-18C43D7A24A8}" destId="{867301A0-9C6B-8847-9626-8531FE29EC89}" srcOrd="15" destOrd="0" presId="urn:microsoft.com/office/officeart/2005/8/layout/list1"/>
    <dgm:cxn modelId="{77681926-3FDF-DB45-9DA4-CC8F500B5B90}" type="presParOf" srcId="{C7CF48FB-6EDA-6A49-9B14-18C43D7A24A8}" destId="{75C567E7-27F6-D74D-B9CF-BB25853E8BE0}" srcOrd="16" destOrd="0" presId="urn:microsoft.com/office/officeart/2005/8/layout/list1"/>
    <dgm:cxn modelId="{C3B12C2F-175B-2A45-8F98-47AAB68A69C5}" type="presParOf" srcId="{75C567E7-27F6-D74D-B9CF-BB25853E8BE0}" destId="{86FE4434-2B66-A84D-AF6B-20DF60AC9C95}" srcOrd="0" destOrd="0" presId="urn:microsoft.com/office/officeart/2005/8/layout/list1"/>
    <dgm:cxn modelId="{8884F816-B23E-E844-BDA9-0773B6EF8A75}" type="presParOf" srcId="{75C567E7-27F6-D74D-B9CF-BB25853E8BE0}" destId="{E3671F8F-218F-0D46-9D86-B9AE6F9140A1}" srcOrd="1" destOrd="0" presId="urn:microsoft.com/office/officeart/2005/8/layout/list1"/>
    <dgm:cxn modelId="{E686C09B-C3E6-E54F-8FBB-05BB4892B600}" type="presParOf" srcId="{C7CF48FB-6EDA-6A49-9B14-18C43D7A24A8}" destId="{8033EBFA-1253-574B-AA41-EA3E134869A9}" srcOrd="17" destOrd="0" presId="urn:microsoft.com/office/officeart/2005/8/layout/list1"/>
    <dgm:cxn modelId="{BBAC358C-5495-994F-B579-BE27A1575BEA}" type="presParOf" srcId="{C7CF48FB-6EDA-6A49-9B14-18C43D7A24A8}" destId="{1BB215E4-BC36-A948-AB32-B33A046E490A}"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E6BC7E2-62EC-7446-A64D-C709F30C749F}"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GB"/>
        </a:p>
      </dgm:t>
    </dgm:pt>
    <dgm:pt modelId="{ADC59B0B-A7F1-3746-93C4-97EC66010DB6}">
      <dgm:prSet/>
      <dgm:spPr/>
      <dgm:t>
        <a:bodyPr/>
        <a:lstStyle/>
        <a:p>
          <a:r>
            <a:rPr lang="en-US" dirty="0" err="1"/>
            <a:t>SpecAUGMENT</a:t>
          </a:r>
          <a:endParaRPr lang="en-IN" dirty="0"/>
        </a:p>
      </dgm:t>
    </dgm:pt>
    <dgm:pt modelId="{C28BA53B-302E-3A46-94FA-ABC4C85DCD70}" type="parTrans" cxnId="{84184246-479E-554A-8483-B09F0848C80F}">
      <dgm:prSet/>
      <dgm:spPr/>
      <dgm:t>
        <a:bodyPr/>
        <a:lstStyle/>
        <a:p>
          <a:endParaRPr lang="en-GB"/>
        </a:p>
      </dgm:t>
    </dgm:pt>
    <dgm:pt modelId="{F11871B6-4DE6-4C4C-8544-C00E5A03F398}" type="sibTrans" cxnId="{84184246-479E-554A-8483-B09F0848C80F}">
      <dgm:prSet/>
      <dgm:spPr/>
      <dgm:t>
        <a:bodyPr/>
        <a:lstStyle/>
        <a:p>
          <a:endParaRPr lang="en-GB"/>
        </a:p>
      </dgm:t>
    </dgm:pt>
    <dgm:pt modelId="{B9700236-94C8-EB40-8CA5-F9E6741CF0B3}">
      <dgm:prSet/>
      <dgm:spPr/>
      <dgm:t>
        <a:bodyPr/>
        <a:lstStyle/>
        <a:p>
          <a:r>
            <a:rPr lang="en-IN" dirty="0"/>
            <a:t>XLS-R</a:t>
          </a:r>
        </a:p>
      </dgm:t>
    </dgm:pt>
    <dgm:pt modelId="{2C21F035-754A-0645-B43D-740FC3ACB85E}" type="parTrans" cxnId="{B6789A40-89C8-4E48-9DA5-65CF53BCF5DD}">
      <dgm:prSet/>
      <dgm:spPr/>
      <dgm:t>
        <a:bodyPr/>
        <a:lstStyle/>
        <a:p>
          <a:endParaRPr lang="en-GB"/>
        </a:p>
      </dgm:t>
    </dgm:pt>
    <dgm:pt modelId="{4FC51200-1B25-BB47-A430-A1D953223649}" type="sibTrans" cxnId="{B6789A40-89C8-4E48-9DA5-65CF53BCF5DD}">
      <dgm:prSet/>
      <dgm:spPr/>
      <dgm:t>
        <a:bodyPr/>
        <a:lstStyle/>
        <a:p>
          <a:endParaRPr lang="en-GB"/>
        </a:p>
      </dgm:t>
    </dgm:pt>
    <dgm:pt modelId="{27D924FA-A356-5246-AF23-0B5E688D08B0}">
      <dgm:prSet/>
      <dgm:spPr/>
      <dgm:t>
        <a:bodyPr/>
        <a:lstStyle/>
        <a:p>
          <a:r>
            <a:rPr lang="en-IN" dirty="0"/>
            <a:t>Waveform </a:t>
          </a:r>
        </a:p>
      </dgm:t>
    </dgm:pt>
    <dgm:pt modelId="{76D9AC08-9BCA-FA40-8F6C-7304C59CAFA3}" type="parTrans" cxnId="{9B2F774C-D469-B047-8815-7AC486BD6F89}">
      <dgm:prSet/>
      <dgm:spPr/>
      <dgm:t>
        <a:bodyPr/>
        <a:lstStyle/>
        <a:p>
          <a:endParaRPr lang="en-GB"/>
        </a:p>
      </dgm:t>
    </dgm:pt>
    <dgm:pt modelId="{75C637FC-C2AD-0F44-B6AA-25893E213E17}" type="sibTrans" cxnId="{9B2F774C-D469-B047-8815-7AC486BD6F89}">
      <dgm:prSet/>
      <dgm:spPr/>
      <dgm:t>
        <a:bodyPr/>
        <a:lstStyle/>
        <a:p>
          <a:endParaRPr lang="en-GB"/>
        </a:p>
      </dgm:t>
    </dgm:pt>
    <dgm:pt modelId="{03CB39C0-5939-6A4B-9F33-0A165B59375B}">
      <dgm:prSet custT="1"/>
      <dgm:spPr/>
      <dgm:t>
        <a:bodyPr/>
        <a:lstStyle/>
        <a:p>
          <a:r>
            <a:rPr lang="en-IN" sz="1800" dirty="0"/>
            <a:t>training loss decreased during optimization, the validation accuracy dropped.</a:t>
          </a:r>
          <a:endParaRPr lang="en-GB" sz="1800" dirty="0"/>
        </a:p>
      </dgm:t>
    </dgm:pt>
    <dgm:pt modelId="{1EFB1484-14D1-C641-9D5B-185444488F53}" type="parTrans" cxnId="{29508B7A-95CF-9746-837D-000EADF921DA}">
      <dgm:prSet/>
      <dgm:spPr/>
      <dgm:t>
        <a:bodyPr/>
        <a:lstStyle/>
        <a:p>
          <a:endParaRPr lang="en-GB"/>
        </a:p>
      </dgm:t>
    </dgm:pt>
    <dgm:pt modelId="{1DB292C9-46D5-7047-8A3F-A9CDC5359E2F}" type="sibTrans" cxnId="{29508B7A-95CF-9746-837D-000EADF921DA}">
      <dgm:prSet/>
      <dgm:spPr/>
      <dgm:t>
        <a:bodyPr/>
        <a:lstStyle/>
        <a:p>
          <a:endParaRPr lang="en-GB"/>
        </a:p>
      </dgm:t>
    </dgm:pt>
    <dgm:pt modelId="{78623832-FEF7-5E4C-A2A6-78BF6008E3FA}">
      <dgm:prSet custT="1"/>
      <dgm:spPr/>
      <dgm:t>
        <a:bodyPr/>
        <a:lstStyle/>
        <a:p>
          <a:r>
            <a:rPr lang="en-IN" sz="1800" dirty="0"/>
            <a:t>Loss hardly decreased, accuracy near random guess.</a:t>
          </a:r>
          <a:endParaRPr lang="en-GB" sz="1800" dirty="0"/>
        </a:p>
      </dgm:t>
    </dgm:pt>
    <dgm:pt modelId="{C19F48E8-CB3E-9544-9874-2DB9CFC4452E}" type="parTrans" cxnId="{C834A76D-3B88-CB41-A4C5-7970B65AE14C}">
      <dgm:prSet/>
      <dgm:spPr/>
      <dgm:t>
        <a:bodyPr/>
        <a:lstStyle/>
        <a:p>
          <a:endParaRPr lang="en-GB"/>
        </a:p>
      </dgm:t>
    </dgm:pt>
    <dgm:pt modelId="{5D90696D-F5C4-FF42-8541-DD07CDAA0F0B}" type="sibTrans" cxnId="{C834A76D-3B88-CB41-A4C5-7970B65AE14C}">
      <dgm:prSet/>
      <dgm:spPr/>
      <dgm:t>
        <a:bodyPr/>
        <a:lstStyle/>
        <a:p>
          <a:endParaRPr lang="en-GB"/>
        </a:p>
      </dgm:t>
    </dgm:pt>
    <dgm:pt modelId="{9D7FE5C3-EF5C-C144-87BD-4CB725D502BE}">
      <dgm:prSet custT="1"/>
      <dgm:spPr/>
      <dgm:t>
        <a:bodyPr/>
        <a:lstStyle/>
        <a:p>
          <a:pPr algn="l">
            <a:buFont typeface="Arial" panose="020B0604020202020204" pitchFamily="34" charset="0"/>
            <a:buChar char="•"/>
          </a:pPr>
          <a:r>
            <a:rPr lang="en-IN" sz="1800" dirty="0"/>
            <a:t>In one run the original training</a:t>
          </a:r>
          <a:endParaRPr lang="en-GB" sz="1800" dirty="0"/>
        </a:p>
      </dgm:t>
    </dgm:pt>
    <dgm:pt modelId="{1CAA6982-4728-0C41-B514-051CC3FA4FD1}" type="parTrans" cxnId="{FCAAF9F2-EFAD-734E-9BA7-F8731FBA8840}">
      <dgm:prSet/>
      <dgm:spPr/>
      <dgm:t>
        <a:bodyPr/>
        <a:lstStyle/>
        <a:p>
          <a:endParaRPr lang="en-GB"/>
        </a:p>
      </dgm:t>
    </dgm:pt>
    <dgm:pt modelId="{4981ACEA-3A8E-1240-B8A1-CA93AE5F3F64}" type="sibTrans" cxnId="{FCAAF9F2-EFAD-734E-9BA7-F8731FBA8840}">
      <dgm:prSet/>
      <dgm:spPr/>
      <dgm:t>
        <a:bodyPr/>
        <a:lstStyle/>
        <a:p>
          <a:endParaRPr lang="en-GB"/>
        </a:p>
      </dgm:t>
    </dgm:pt>
    <dgm:pt modelId="{8A5A0502-2E2C-3D4F-BF5C-9760570D4440}">
      <dgm:prSet custT="1"/>
      <dgm:spPr/>
      <dgm:t>
        <a:bodyPr/>
        <a:lstStyle/>
        <a:p>
          <a:pPr algn="l">
            <a:buFont typeface="Arial" panose="020B0604020202020204" pitchFamily="34" charset="0"/>
            <a:buNone/>
          </a:pPr>
          <a:r>
            <a:rPr lang="en-IN" sz="1800" dirty="0"/>
            <a:t> set contained 8689 examples and 4344 samples were augmented, increasing the dataset size to 13033 examples.</a:t>
          </a:r>
          <a:endParaRPr lang="en-GB" sz="1800" dirty="0"/>
        </a:p>
      </dgm:t>
    </dgm:pt>
    <dgm:pt modelId="{52EA00C4-4394-7745-99D1-9F366538AB73}" type="parTrans" cxnId="{95357B04-6EFD-BB4C-80E3-6F3F4E668343}">
      <dgm:prSet/>
      <dgm:spPr/>
      <dgm:t>
        <a:bodyPr/>
        <a:lstStyle/>
        <a:p>
          <a:endParaRPr lang="en-GB"/>
        </a:p>
      </dgm:t>
    </dgm:pt>
    <dgm:pt modelId="{5F566D2F-FFEB-784E-B614-0737FE974ED6}" type="sibTrans" cxnId="{95357B04-6EFD-BB4C-80E3-6F3F4E668343}">
      <dgm:prSet/>
      <dgm:spPr/>
      <dgm:t>
        <a:bodyPr/>
        <a:lstStyle/>
        <a:p>
          <a:endParaRPr lang="en-GB"/>
        </a:p>
      </dgm:t>
    </dgm:pt>
    <dgm:pt modelId="{FAC04959-E782-414B-A697-2B29477C6E2F}" type="pres">
      <dgm:prSet presAssocID="{BE6BC7E2-62EC-7446-A64D-C709F30C749F}" presName="Name0" presStyleCnt="0">
        <dgm:presLayoutVars>
          <dgm:dir/>
          <dgm:animLvl val="lvl"/>
          <dgm:resizeHandles val="exact"/>
        </dgm:presLayoutVars>
      </dgm:prSet>
      <dgm:spPr/>
    </dgm:pt>
    <dgm:pt modelId="{DB51A023-514D-8743-A3C4-EB209DF90736}" type="pres">
      <dgm:prSet presAssocID="{ADC59B0B-A7F1-3746-93C4-97EC66010DB6}" presName="composite" presStyleCnt="0"/>
      <dgm:spPr/>
    </dgm:pt>
    <dgm:pt modelId="{0172853C-13ED-3649-9AA2-861D939DD4E1}" type="pres">
      <dgm:prSet presAssocID="{ADC59B0B-A7F1-3746-93C4-97EC66010DB6}" presName="parTx" presStyleLbl="alignNode1" presStyleIdx="0" presStyleCnt="3">
        <dgm:presLayoutVars>
          <dgm:chMax val="0"/>
          <dgm:chPref val="0"/>
          <dgm:bulletEnabled val="1"/>
        </dgm:presLayoutVars>
      </dgm:prSet>
      <dgm:spPr/>
    </dgm:pt>
    <dgm:pt modelId="{6AB1E565-318F-2D40-B12E-26A76A229640}" type="pres">
      <dgm:prSet presAssocID="{ADC59B0B-A7F1-3746-93C4-97EC66010DB6}" presName="desTx" presStyleLbl="alignAccFollowNode1" presStyleIdx="0" presStyleCnt="3">
        <dgm:presLayoutVars>
          <dgm:bulletEnabled val="1"/>
        </dgm:presLayoutVars>
      </dgm:prSet>
      <dgm:spPr/>
    </dgm:pt>
    <dgm:pt modelId="{6ACE789E-B96B-E04E-A294-F563DC3A44B4}" type="pres">
      <dgm:prSet presAssocID="{F11871B6-4DE6-4C4C-8544-C00E5A03F398}" presName="space" presStyleCnt="0"/>
      <dgm:spPr/>
    </dgm:pt>
    <dgm:pt modelId="{EA5D887E-0E03-4A44-8B02-417A183E2B77}" type="pres">
      <dgm:prSet presAssocID="{B9700236-94C8-EB40-8CA5-F9E6741CF0B3}" presName="composite" presStyleCnt="0"/>
      <dgm:spPr/>
    </dgm:pt>
    <dgm:pt modelId="{FF22D6A9-A5D5-8A49-8D8C-B9C48C46877B}" type="pres">
      <dgm:prSet presAssocID="{B9700236-94C8-EB40-8CA5-F9E6741CF0B3}" presName="parTx" presStyleLbl="alignNode1" presStyleIdx="1" presStyleCnt="3">
        <dgm:presLayoutVars>
          <dgm:chMax val="0"/>
          <dgm:chPref val="0"/>
          <dgm:bulletEnabled val="1"/>
        </dgm:presLayoutVars>
      </dgm:prSet>
      <dgm:spPr/>
    </dgm:pt>
    <dgm:pt modelId="{69C7E089-BC42-A945-8F9D-B5A9AC7FE3CB}" type="pres">
      <dgm:prSet presAssocID="{B9700236-94C8-EB40-8CA5-F9E6741CF0B3}" presName="desTx" presStyleLbl="alignAccFollowNode1" presStyleIdx="1" presStyleCnt="3">
        <dgm:presLayoutVars>
          <dgm:bulletEnabled val="1"/>
        </dgm:presLayoutVars>
      </dgm:prSet>
      <dgm:spPr/>
    </dgm:pt>
    <dgm:pt modelId="{62B4E8B9-6D63-2A44-BC39-E56CDC79019F}" type="pres">
      <dgm:prSet presAssocID="{4FC51200-1B25-BB47-A430-A1D953223649}" presName="space" presStyleCnt="0"/>
      <dgm:spPr/>
    </dgm:pt>
    <dgm:pt modelId="{06219E37-9A16-2948-8310-BA43B117B15C}" type="pres">
      <dgm:prSet presAssocID="{27D924FA-A356-5246-AF23-0B5E688D08B0}" presName="composite" presStyleCnt="0"/>
      <dgm:spPr/>
    </dgm:pt>
    <dgm:pt modelId="{C6697A58-593F-4040-872A-717698DFED44}" type="pres">
      <dgm:prSet presAssocID="{27D924FA-A356-5246-AF23-0B5E688D08B0}" presName="parTx" presStyleLbl="alignNode1" presStyleIdx="2" presStyleCnt="3">
        <dgm:presLayoutVars>
          <dgm:chMax val="0"/>
          <dgm:chPref val="0"/>
          <dgm:bulletEnabled val="1"/>
        </dgm:presLayoutVars>
      </dgm:prSet>
      <dgm:spPr/>
    </dgm:pt>
    <dgm:pt modelId="{F91DC056-5BD1-4C48-ADB9-0DAE73E4C26B}" type="pres">
      <dgm:prSet presAssocID="{27D924FA-A356-5246-AF23-0B5E688D08B0}" presName="desTx" presStyleLbl="alignAccFollowNode1" presStyleIdx="2" presStyleCnt="3">
        <dgm:presLayoutVars>
          <dgm:bulletEnabled val="1"/>
        </dgm:presLayoutVars>
      </dgm:prSet>
      <dgm:spPr/>
    </dgm:pt>
  </dgm:ptLst>
  <dgm:cxnLst>
    <dgm:cxn modelId="{95357B04-6EFD-BB4C-80E3-6F3F4E668343}" srcId="{27D924FA-A356-5246-AF23-0B5E688D08B0}" destId="{8A5A0502-2E2C-3D4F-BF5C-9760570D4440}" srcOrd="1" destOrd="0" parTransId="{52EA00C4-4394-7745-99D1-9F366538AB73}" sibTransId="{5F566D2F-FFEB-784E-B614-0737FE974ED6}"/>
    <dgm:cxn modelId="{11A49635-80CE-DE40-8E53-C0315680C5A0}" type="presOf" srcId="{78623832-FEF7-5E4C-A2A6-78BF6008E3FA}" destId="{69C7E089-BC42-A945-8F9D-B5A9AC7FE3CB}" srcOrd="0" destOrd="0" presId="urn:microsoft.com/office/officeart/2005/8/layout/hList1"/>
    <dgm:cxn modelId="{13C35D36-A4CD-0E48-A11E-0F2D8BDE9CC5}" type="presOf" srcId="{ADC59B0B-A7F1-3746-93C4-97EC66010DB6}" destId="{0172853C-13ED-3649-9AA2-861D939DD4E1}" srcOrd="0" destOrd="0" presId="urn:microsoft.com/office/officeart/2005/8/layout/hList1"/>
    <dgm:cxn modelId="{8883CF3D-9804-CF47-8E9C-AC97549595A0}" type="presOf" srcId="{03CB39C0-5939-6A4B-9F33-0A165B59375B}" destId="{6AB1E565-318F-2D40-B12E-26A76A229640}" srcOrd="0" destOrd="0" presId="urn:microsoft.com/office/officeart/2005/8/layout/hList1"/>
    <dgm:cxn modelId="{FD49283F-1C3D-DA48-861B-B789B17995F2}" type="presOf" srcId="{B9700236-94C8-EB40-8CA5-F9E6741CF0B3}" destId="{FF22D6A9-A5D5-8A49-8D8C-B9C48C46877B}" srcOrd="0" destOrd="0" presId="urn:microsoft.com/office/officeart/2005/8/layout/hList1"/>
    <dgm:cxn modelId="{B6789A40-89C8-4E48-9DA5-65CF53BCF5DD}" srcId="{BE6BC7E2-62EC-7446-A64D-C709F30C749F}" destId="{B9700236-94C8-EB40-8CA5-F9E6741CF0B3}" srcOrd="1" destOrd="0" parTransId="{2C21F035-754A-0645-B43D-740FC3ACB85E}" sibTransId="{4FC51200-1B25-BB47-A430-A1D953223649}"/>
    <dgm:cxn modelId="{84184246-479E-554A-8483-B09F0848C80F}" srcId="{BE6BC7E2-62EC-7446-A64D-C709F30C749F}" destId="{ADC59B0B-A7F1-3746-93C4-97EC66010DB6}" srcOrd="0" destOrd="0" parTransId="{C28BA53B-302E-3A46-94FA-ABC4C85DCD70}" sibTransId="{F11871B6-4DE6-4C4C-8544-C00E5A03F398}"/>
    <dgm:cxn modelId="{9B2F774C-D469-B047-8815-7AC486BD6F89}" srcId="{BE6BC7E2-62EC-7446-A64D-C709F30C749F}" destId="{27D924FA-A356-5246-AF23-0B5E688D08B0}" srcOrd="2" destOrd="0" parTransId="{76D9AC08-9BCA-FA40-8F6C-7304C59CAFA3}" sibTransId="{75C637FC-C2AD-0F44-B6AA-25893E213E17}"/>
    <dgm:cxn modelId="{4EC54E6C-A096-6A4E-A063-54D4C0348B4C}" type="presOf" srcId="{8A5A0502-2E2C-3D4F-BF5C-9760570D4440}" destId="{F91DC056-5BD1-4C48-ADB9-0DAE73E4C26B}" srcOrd="0" destOrd="1" presId="urn:microsoft.com/office/officeart/2005/8/layout/hList1"/>
    <dgm:cxn modelId="{C834A76D-3B88-CB41-A4C5-7970B65AE14C}" srcId="{B9700236-94C8-EB40-8CA5-F9E6741CF0B3}" destId="{78623832-FEF7-5E4C-A2A6-78BF6008E3FA}" srcOrd="0" destOrd="0" parTransId="{C19F48E8-CB3E-9544-9874-2DB9CFC4452E}" sibTransId="{5D90696D-F5C4-FF42-8541-DD07CDAA0F0B}"/>
    <dgm:cxn modelId="{29508B7A-95CF-9746-837D-000EADF921DA}" srcId="{ADC59B0B-A7F1-3746-93C4-97EC66010DB6}" destId="{03CB39C0-5939-6A4B-9F33-0A165B59375B}" srcOrd="0" destOrd="0" parTransId="{1EFB1484-14D1-C641-9D5B-185444488F53}" sibTransId="{1DB292C9-46D5-7047-8A3F-A9CDC5359E2F}"/>
    <dgm:cxn modelId="{E5F5A07B-3E8E-AD43-85CC-3C455B96DE27}" type="presOf" srcId="{9D7FE5C3-EF5C-C144-87BD-4CB725D502BE}" destId="{F91DC056-5BD1-4C48-ADB9-0DAE73E4C26B}" srcOrd="0" destOrd="0" presId="urn:microsoft.com/office/officeart/2005/8/layout/hList1"/>
    <dgm:cxn modelId="{57BEE4C4-5E5F-B74F-A92F-2E00B4DC0438}" type="presOf" srcId="{BE6BC7E2-62EC-7446-A64D-C709F30C749F}" destId="{FAC04959-E782-414B-A697-2B29477C6E2F}" srcOrd="0" destOrd="0" presId="urn:microsoft.com/office/officeart/2005/8/layout/hList1"/>
    <dgm:cxn modelId="{937048D7-1B7E-AB41-BC4B-2C9A47DF3051}" type="presOf" srcId="{27D924FA-A356-5246-AF23-0B5E688D08B0}" destId="{C6697A58-593F-4040-872A-717698DFED44}" srcOrd="0" destOrd="0" presId="urn:microsoft.com/office/officeart/2005/8/layout/hList1"/>
    <dgm:cxn modelId="{FCAAF9F2-EFAD-734E-9BA7-F8731FBA8840}" srcId="{27D924FA-A356-5246-AF23-0B5E688D08B0}" destId="{9D7FE5C3-EF5C-C144-87BD-4CB725D502BE}" srcOrd="0" destOrd="0" parTransId="{1CAA6982-4728-0C41-B514-051CC3FA4FD1}" sibTransId="{4981ACEA-3A8E-1240-B8A1-CA93AE5F3F64}"/>
    <dgm:cxn modelId="{1D31866F-61B5-CB46-BE29-8F7BD3554BFE}" type="presParOf" srcId="{FAC04959-E782-414B-A697-2B29477C6E2F}" destId="{DB51A023-514D-8743-A3C4-EB209DF90736}" srcOrd="0" destOrd="0" presId="urn:microsoft.com/office/officeart/2005/8/layout/hList1"/>
    <dgm:cxn modelId="{B4EB3346-C881-6045-9500-8EE0FF0AB970}" type="presParOf" srcId="{DB51A023-514D-8743-A3C4-EB209DF90736}" destId="{0172853C-13ED-3649-9AA2-861D939DD4E1}" srcOrd="0" destOrd="0" presId="urn:microsoft.com/office/officeart/2005/8/layout/hList1"/>
    <dgm:cxn modelId="{8CC1A29F-8195-DC4D-A782-E91B29A57266}" type="presParOf" srcId="{DB51A023-514D-8743-A3C4-EB209DF90736}" destId="{6AB1E565-318F-2D40-B12E-26A76A229640}" srcOrd="1" destOrd="0" presId="urn:microsoft.com/office/officeart/2005/8/layout/hList1"/>
    <dgm:cxn modelId="{28FE1FA0-9775-1C40-B4BD-48EC495B3961}" type="presParOf" srcId="{FAC04959-E782-414B-A697-2B29477C6E2F}" destId="{6ACE789E-B96B-E04E-A294-F563DC3A44B4}" srcOrd="1" destOrd="0" presId="urn:microsoft.com/office/officeart/2005/8/layout/hList1"/>
    <dgm:cxn modelId="{329B26DF-3FA1-234B-B19E-803E3A9812A5}" type="presParOf" srcId="{FAC04959-E782-414B-A697-2B29477C6E2F}" destId="{EA5D887E-0E03-4A44-8B02-417A183E2B77}" srcOrd="2" destOrd="0" presId="urn:microsoft.com/office/officeart/2005/8/layout/hList1"/>
    <dgm:cxn modelId="{F3A21E6E-0B98-134F-B39D-4813E94CC14F}" type="presParOf" srcId="{EA5D887E-0E03-4A44-8B02-417A183E2B77}" destId="{FF22D6A9-A5D5-8A49-8D8C-B9C48C46877B}" srcOrd="0" destOrd="0" presId="urn:microsoft.com/office/officeart/2005/8/layout/hList1"/>
    <dgm:cxn modelId="{840CC7E9-3750-8946-8A04-178ABAB135C2}" type="presParOf" srcId="{EA5D887E-0E03-4A44-8B02-417A183E2B77}" destId="{69C7E089-BC42-A945-8F9D-B5A9AC7FE3CB}" srcOrd="1" destOrd="0" presId="urn:microsoft.com/office/officeart/2005/8/layout/hList1"/>
    <dgm:cxn modelId="{7BD9D794-7466-BD42-A065-6B03BFE17820}" type="presParOf" srcId="{FAC04959-E782-414B-A697-2B29477C6E2F}" destId="{62B4E8B9-6D63-2A44-BC39-E56CDC79019F}" srcOrd="3" destOrd="0" presId="urn:microsoft.com/office/officeart/2005/8/layout/hList1"/>
    <dgm:cxn modelId="{06460D85-8C2D-7648-B401-6F4B8235796D}" type="presParOf" srcId="{FAC04959-E782-414B-A697-2B29477C6E2F}" destId="{06219E37-9A16-2948-8310-BA43B117B15C}" srcOrd="4" destOrd="0" presId="urn:microsoft.com/office/officeart/2005/8/layout/hList1"/>
    <dgm:cxn modelId="{580CF00F-33D3-D94C-A97E-671B93FB814F}" type="presParOf" srcId="{06219E37-9A16-2948-8310-BA43B117B15C}" destId="{C6697A58-593F-4040-872A-717698DFED44}" srcOrd="0" destOrd="0" presId="urn:microsoft.com/office/officeart/2005/8/layout/hList1"/>
    <dgm:cxn modelId="{7B04E6E1-EF87-2643-9EDE-25D0C08D957B}" type="presParOf" srcId="{06219E37-9A16-2948-8310-BA43B117B15C}" destId="{F91DC056-5BD1-4C48-ADB9-0DAE73E4C26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649258-3E51-CB49-955E-66054E63D836}">
      <dsp:nvSpPr>
        <dsp:cNvPr id="0" name=""/>
        <dsp:cNvSpPr/>
      </dsp:nvSpPr>
      <dsp:spPr>
        <a:xfrm>
          <a:off x="0" y="370656"/>
          <a:ext cx="6140461" cy="795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22 Indian languages - difficult low-resource setting.</a:t>
          </a:r>
          <a:endParaRPr lang="en-US" sz="2000" kern="1200"/>
        </a:p>
      </dsp:txBody>
      <dsp:txXfrm>
        <a:off x="38838" y="409494"/>
        <a:ext cx="6062785" cy="717924"/>
      </dsp:txXfrm>
    </dsp:sp>
    <dsp:sp modelId="{0EF9E0B1-096B-B64F-A505-6DB8525E88D3}">
      <dsp:nvSpPr>
        <dsp:cNvPr id="0" name=""/>
        <dsp:cNvSpPr/>
      </dsp:nvSpPr>
      <dsp:spPr>
        <a:xfrm>
          <a:off x="0" y="1223856"/>
          <a:ext cx="6140461" cy="795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Short utterances</a:t>
          </a:r>
          <a:endParaRPr lang="en-US" sz="2000" kern="1200"/>
        </a:p>
      </dsp:txBody>
      <dsp:txXfrm>
        <a:off x="38838" y="1262694"/>
        <a:ext cx="6062785" cy="717924"/>
      </dsp:txXfrm>
    </dsp:sp>
    <dsp:sp modelId="{07996AF2-4B49-4F46-8724-76A4E41E7007}">
      <dsp:nvSpPr>
        <dsp:cNvPr id="0" name=""/>
        <dsp:cNvSpPr/>
      </dsp:nvSpPr>
      <dsp:spPr>
        <a:xfrm>
          <a:off x="0" y="2077056"/>
          <a:ext cx="6140461" cy="795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Limited training data.</a:t>
          </a:r>
          <a:endParaRPr lang="en-US" sz="2000" kern="1200"/>
        </a:p>
      </dsp:txBody>
      <dsp:txXfrm>
        <a:off x="38838" y="2115894"/>
        <a:ext cx="6062785" cy="717924"/>
      </dsp:txXfrm>
    </dsp:sp>
    <dsp:sp modelId="{A153585D-66F6-014E-97D9-A43281DF3835}">
      <dsp:nvSpPr>
        <dsp:cNvPr id="0" name=""/>
        <dsp:cNvSpPr/>
      </dsp:nvSpPr>
      <dsp:spPr>
        <a:xfrm>
          <a:off x="0" y="2930256"/>
          <a:ext cx="6140461" cy="795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IN" sz="2000" kern="1200"/>
            <a:t>Our goal- not only to improve the score, but to understand what model was accurately learning.</a:t>
          </a:r>
          <a:endParaRPr lang="en-US" sz="2000" kern="1200"/>
        </a:p>
      </dsp:txBody>
      <dsp:txXfrm>
        <a:off x="38838" y="2969094"/>
        <a:ext cx="6062785" cy="7179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7F26E9-A426-094D-BA40-312899E4F814}">
      <dsp:nvSpPr>
        <dsp:cNvPr id="0" name=""/>
        <dsp:cNvSpPr/>
      </dsp:nvSpPr>
      <dsp:spPr>
        <a:xfrm>
          <a:off x="470563" y="2327"/>
          <a:ext cx="2045928" cy="122755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400 samples per language</a:t>
          </a:r>
        </a:p>
      </dsp:txBody>
      <dsp:txXfrm>
        <a:off x="470563" y="2327"/>
        <a:ext cx="2045928" cy="1227557"/>
      </dsp:txXfrm>
    </dsp:sp>
    <dsp:sp modelId="{0542734F-175B-6246-A428-A08A5D54C724}">
      <dsp:nvSpPr>
        <dsp:cNvPr id="0" name=""/>
        <dsp:cNvSpPr/>
      </dsp:nvSpPr>
      <dsp:spPr>
        <a:xfrm>
          <a:off x="2721084" y="2327"/>
          <a:ext cx="2045928" cy="1227557"/>
        </a:xfrm>
        <a:prstGeom prst="rect">
          <a:avLst/>
        </a:prstGeom>
        <a:gradFill rotWithShape="0">
          <a:gsLst>
            <a:gs pos="0">
              <a:schemeClr val="accent5">
                <a:hueOff val="2278582"/>
                <a:satOff val="-1026"/>
                <a:lumOff val="-1274"/>
                <a:alphaOff val="0"/>
                <a:satMod val="103000"/>
                <a:lumMod val="102000"/>
                <a:tint val="94000"/>
              </a:schemeClr>
            </a:gs>
            <a:gs pos="50000">
              <a:schemeClr val="accent5">
                <a:hueOff val="2278582"/>
                <a:satOff val="-1026"/>
                <a:lumOff val="-1274"/>
                <a:alphaOff val="0"/>
                <a:satMod val="110000"/>
                <a:lumMod val="100000"/>
                <a:shade val="100000"/>
              </a:schemeClr>
            </a:gs>
            <a:gs pos="100000">
              <a:schemeClr val="accent5">
                <a:hueOff val="2278582"/>
                <a:satOff val="-1026"/>
                <a:lumOff val="-127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dirty="0"/>
            <a:t>Only 5 speakers per language.</a:t>
          </a:r>
        </a:p>
      </dsp:txBody>
      <dsp:txXfrm>
        <a:off x="2721084" y="2327"/>
        <a:ext cx="2045928" cy="1227557"/>
      </dsp:txXfrm>
    </dsp:sp>
    <dsp:sp modelId="{074D51F6-5083-4E4F-BC66-D32B6D680E13}">
      <dsp:nvSpPr>
        <dsp:cNvPr id="0" name=""/>
        <dsp:cNvSpPr/>
      </dsp:nvSpPr>
      <dsp:spPr>
        <a:xfrm>
          <a:off x="470563" y="1434477"/>
          <a:ext cx="2045928" cy="1227557"/>
        </a:xfrm>
        <a:prstGeom prst="rect">
          <a:avLst/>
        </a:prstGeom>
        <a:gradFill rotWithShape="0">
          <a:gsLst>
            <a:gs pos="0">
              <a:schemeClr val="accent5">
                <a:hueOff val="4557164"/>
                <a:satOff val="-2052"/>
                <a:lumOff val="-2548"/>
                <a:alphaOff val="0"/>
                <a:satMod val="103000"/>
                <a:lumMod val="102000"/>
                <a:tint val="94000"/>
              </a:schemeClr>
            </a:gs>
            <a:gs pos="50000">
              <a:schemeClr val="accent5">
                <a:hueOff val="4557164"/>
                <a:satOff val="-2052"/>
                <a:lumOff val="-2548"/>
                <a:alphaOff val="0"/>
                <a:satMod val="110000"/>
                <a:lumMod val="100000"/>
                <a:shade val="100000"/>
              </a:schemeClr>
            </a:gs>
            <a:gs pos="100000">
              <a:schemeClr val="accent5">
                <a:hueOff val="4557164"/>
                <a:satOff val="-2052"/>
                <a:lumOff val="-254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Training split- 8689 samples</a:t>
          </a:r>
        </a:p>
      </dsp:txBody>
      <dsp:txXfrm>
        <a:off x="470563" y="1434477"/>
        <a:ext cx="2045928" cy="1227557"/>
      </dsp:txXfrm>
    </dsp:sp>
    <dsp:sp modelId="{4CE14CAD-7F54-604C-948E-FDA16A817A94}">
      <dsp:nvSpPr>
        <dsp:cNvPr id="0" name=""/>
        <dsp:cNvSpPr/>
      </dsp:nvSpPr>
      <dsp:spPr>
        <a:xfrm>
          <a:off x="2721084" y="1434477"/>
          <a:ext cx="2045928" cy="1227557"/>
        </a:xfrm>
        <a:prstGeom prst="rect">
          <a:avLst/>
        </a:prstGeom>
        <a:gradFill rotWithShape="0">
          <a:gsLst>
            <a:gs pos="0">
              <a:schemeClr val="accent5">
                <a:hueOff val="6835746"/>
                <a:satOff val="-3078"/>
                <a:lumOff val="-3823"/>
                <a:alphaOff val="0"/>
                <a:satMod val="103000"/>
                <a:lumMod val="102000"/>
                <a:tint val="94000"/>
              </a:schemeClr>
            </a:gs>
            <a:gs pos="50000">
              <a:schemeClr val="accent5">
                <a:hueOff val="6835746"/>
                <a:satOff val="-3078"/>
                <a:lumOff val="-3823"/>
                <a:alphaOff val="0"/>
                <a:satMod val="110000"/>
                <a:lumMod val="100000"/>
                <a:shade val="100000"/>
              </a:schemeClr>
            </a:gs>
            <a:gs pos="100000">
              <a:schemeClr val="accent5">
                <a:hueOff val="6835746"/>
                <a:satOff val="-3078"/>
                <a:lumOff val="-382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Validation split- 1650 validation, 1650 test samples.</a:t>
          </a:r>
        </a:p>
      </dsp:txBody>
      <dsp:txXfrm>
        <a:off x="2721084" y="1434477"/>
        <a:ext cx="2045928" cy="1227557"/>
      </dsp:txXfrm>
    </dsp:sp>
    <dsp:sp modelId="{8D8FD318-6B9A-3F4A-A62B-E3F2C93D71B4}">
      <dsp:nvSpPr>
        <dsp:cNvPr id="0" name=""/>
        <dsp:cNvSpPr/>
      </dsp:nvSpPr>
      <dsp:spPr>
        <a:xfrm>
          <a:off x="1595824" y="2866627"/>
          <a:ext cx="2045928" cy="1227557"/>
        </a:xfrm>
        <a:prstGeom prst="rect">
          <a:avLst/>
        </a:prstGeom>
        <a:gradFill rotWithShape="0">
          <a:gsLst>
            <a:gs pos="0">
              <a:schemeClr val="accent5">
                <a:hueOff val="9114327"/>
                <a:satOff val="-4104"/>
                <a:lumOff val="-5097"/>
                <a:alphaOff val="0"/>
                <a:satMod val="103000"/>
                <a:lumMod val="102000"/>
                <a:tint val="94000"/>
              </a:schemeClr>
            </a:gs>
            <a:gs pos="50000">
              <a:schemeClr val="accent5">
                <a:hueOff val="9114327"/>
                <a:satOff val="-4104"/>
                <a:lumOff val="-5097"/>
                <a:alphaOff val="0"/>
                <a:satMod val="110000"/>
                <a:lumMod val="100000"/>
                <a:shade val="100000"/>
              </a:schemeClr>
            </a:gs>
            <a:gs pos="100000">
              <a:schemeClr val="accent5">
                <a:hueOff val="9114327"/>
                <a:satOff val="-4104"/>
                <a:lumOff val="-509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kern="1200" dirty="0"/>
            <a:t>Each item includes an audio path, language label, speaker ID, and </a:t>
          </a:r>
          <a:r>
            <a:rPr lang="en-IN" sz="1500" kern="1200"/>
            <a:t>some additional metadata.</a:t>
          </a:r>
          <a:endParaRPr lang="en-US" sz="1500" kern="1200" dirty="0"/>
        </a:p>
      </dsp:txBody>
      <dsp:txXfrm>
        <a:off x="1595824" y="2866627"/>
        <a:ext cx="2045928" cy="12275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24D171-C2FE-784B-9EAF-A436D76C2572}">
      <dsp:nvSpPr>
        <dsp:cNvPr id="0" name=""/>
        <dsp:cNvSpPr/>
      </dsp:nvSpPr>
      <dsp:spPr>
        <a:xfrm>
          <a:off x="1568569" y="1797"/>
          <a:ext cx="2573849" cy="128692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48260" rIns="72390" bIns="48260" numCol="1" spcCol="1270" anchor="ctr" anchorCtr="0">
          <a:noAutofit/>
        </a:bodyPr>
        <a:lstStyle/>
        <a:p>
          <a:pPr marL="0" lvl="0" indent="0" algn="ctr" defTabSz="1689100">
            <a:lnSpc>
              <a:spcPct val="90000"/>
            </a:lnSpc>
            <a:spcBef>
              <a:spcPct val="0"/>
            </a:spcBef>
            <a:spcAft>
              <a:spcPct val="35000"/>
            </a:spcAft>
            <a:buNone/>
          </a:pPr>
          <a:r>
            <a:rPr lang="en-IN" sz="3800" kern="1200"/>
            <a:t>Inference- </a:t>
          </a:r>
        </a:p>
      </dsp:txBody>
      <dsp:txXfrm>
        <a:off x="1606262" y="39490"/>
        <a:ext cx="2498463" cy="1211538"/>
      </dsp:txXfrm>
    </dsp:sp>
    <dsp:sp modelId="{4CF52472-EE24-134B-9185-A60FEBDF7CF9}">
      <dsp:nvSpPr>
        <dsp:cNvPr id="0" name=""/>
        <dsp:cNvSpPr/>
      </dsp:nvSpPr>
      <dsp:spPr>
        <a:xfrm>
          <a:off x="1825954" y="1288722"/>
          <a:ext cx="257384" cy="965193"/>
        </a:xfrm>
        <a:custGeom>
          <a:avLst/>
          <a:gdLst/>
          <a:ahLst/>
          <a:cxnLst/>
          <a:rect l="0" t="0" r="0" b="0"/>
          <a:pathLst>
            <a:path>
              <a:moveTo>
                <a:pt x="0" y="0"/>
              </a:moveTo>
              <a:lnTo>
                <a:pt x="0" y="965193"/>
              </a:lnTo>
              <a:lnTo>
                <a:pt x="257384" y="96519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0A7571-F133-6F45-8C8A-75B15298B56B}">
      <dsp:nvSpPr>
        <dsp:cNvPr id="0" name=""/>
        <dsp:cNvSpPr/>
      </dsp:nvSpPr>
      <dsp:spPr>
        <a:xfrm>
          <a:off x="2083339" y="1610453"/>
          <a:ext cx="2059079" cy="12869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IN" sz="1500" kern="1200"/>
            <a:t>A clear example was Assamese.</a:t>
          </a:r>
        </a:p>
      </dsp:txBody>
      <dsp:txXfrm>
        <a:off x="2121032" y="1648146"/>
        <a:ext cx="1983693" cy="1211538"/>
      </dsp:txXfrm>
    </dsp:sp>
    <dsp:sp modelId="{2158A664-E0BE-8444-A0E9-15AF402B6252}">
      <dsp:nvSpPr>
        <dsp:cNvPr id="0" name=""/>
        <dsp:cNvSpPr/>
      </dsp:nvSpPr>
      <dsp:spPr>
        <a:xfrm>
          <a:off x="1825954" y="1288722"/>
          <a:ext cx="257384" cy="2573849"/>
        </a:xfrm>
        <a:custGeom>
          <a:avLst/>
          <a:gdLst/>
          <a:ahLst/>
          <a:cxnLst/>
          <a:rect l="0" t="0" r="0" b="0"/>
          <a:pathLst>
            <a:path>
              <a:moveTo>
                <a:pt x="0" y="0"/>
              </a:moveTo>
              <a:lnTo>
                <a:pt x="0" y="2573849"/>
              </a:lnTo>
              <a:lnTo>
                <a:pt x="257384" y="257384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3EA504-2963-5848-B30B-C93EAD12B2B2}">
      <dsp:nvSpPr>
        <dsp:cNvPr id="0" name=""/>
        <dsp:cNvSpPr/>
      </dsp:nvSpPr>
      <dsp:spPr>
        <a:xfrm>
          <a:off x="2083339" y="3219108"/>
          <a:ext cx="2059079" cy="128692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8575" tIns="19050" rIns="28575" bIns="19050" numCol="1" spcCol="1270" anchor="ctr" anchorCtr="0">
          <a:noAutofit/>
        </a:bodyPr>
        <a:lstStyle/>
        <a:p>
          <a:pPr marL="0" lvl="0" indent="0" algn="ctr" defTabSz="666750">
            <a:lnSpc>
              <a:spcPct val="90000"/>
            </a:lnSpc>
            <a:spcBef>
              <a:spcPct val="0"/>
            </a:spcBef>
            <a:spcAft>
              <a:spcPct val="35000"/>
            </a:spcAft>
            <a:buNone/>
          </a:pPr>
          <a:r>
            <a:rPr lang="en-IN" sz="1500" kern="1200"/>
            <a:t>One speaker ID was classified very well, while others from the same language were much less reliable</a:t>
          </a:r>
        </a:p>
      </dsp:txBody>
      <dsp:txXfrm>
        <a:off x="2121032" y="3256801"/>
        <a:ext cx="1983693" cy="12115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B8EBBD-8A68-8341-8821-A03D44D3D71C}">
      <dsp:nvSpPr>
        <dsp:cNvPr id="0" name=""/>
        <dsp:cNvSpPr/>
      </dsp:nvSpPr>
      <dsp:spPr>
        <a:xfrm>
          <a:off x="0" y="1070458"/>
          <a:ext cx="6949440" cy="4788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A240EE7-5BDF-094C-BDAF-C96776F0599D}">
      <dsp:nvSpPr>
        <dsp:cNvPr id="0" name=""/>
        <dsp:cNvSpPr/>
      </dsp:nvSpPr>
      <dsp:spPr>
        <a:xfrm>
          <a:off x="347472" y="790018"/>
          <a:ext cx="4864607" cy="56087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3871" tIns="0" rIns="183871" bIns="0" numCol="1" spcCol="1270" anchor="ctr" anchorCtr="0">
          <a:noAutofit/>
        </a:bodyPr>
        <a:lstStyle/>
        <a:p>
          <a:pPr marL="0" lvl="0" indent="0" algn="l" defTabSz="844550">
            <a:lnSpc>
              <a:spcPct val="90000"/>
            </a:lnSpc>
            <a:spcBef>
              <a:spcPct val="0"/>
            </a:spcBef>
            <a:spcAft>
              <a:spcPct val="35000"/>
            </a:spcAft>
            <a:buNone/>
          </a:pPr>
          <a:r>
            <a:rPr lang="en-US" sz="1900" kern="1200"/>
            <a:t>SpecAUGMENT</a:t>
          </a:r>
        </a:p>
      </dsp:txBody>
      <dsp:txXfrm>
        <a:off x="374852" y="817398"/>
        <a:ext cx="4809847" cy="506119"/>
      </dsp:txXfrm>
    </dsp:sp>
    <dsp:sp modelId="{6CD37805-BDCC-5F4A-ACFE-FF1E2844F175}">
      <dsp:nvSpPr>
        <dsp:cNvPr id="0" name=""/>
        <dsp:cNvSpPr/>
      </dsp:nvSpPr>
      <dsp:spPr>
        <a:xfrm>
          <a:off x="0" y="1932298"/>
          <a:ext cx="6949440" cy="4788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EC3907C-B31E-4A45-A5EA-A1ECDC0E6077}">
      <dsp:nvSpPr>
        <dsp:cNvPr id="0" name=""/>
        <dsp:cNvSpPr/>
      </dsp:nvSpPr>
      <dsp:spPr>
        <a:xfrm>
          <a:off x="347472" y="1651858"/>
          <a:ext cx="4864607" cy="560879"/>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3871" tIns="0" rIns="183871" bIns="0" numCol="1" spcCol="1270" anchor="ctr" anchorCtr="0">
          <a:noAutofit/>
        </a:bodyPr>
        <a:lstStyle/>
        <a:p>
          <a:pPr marL="0" lvl="0" indent="0" algn="l" defTabSz="844550">
            <a:lnSpc>
              <a:spcPct val="90000"/>
            </a:lnSpc>
            <a:spcBef>
              <a:spcPct val="0"/>
            </a:spcBef>
            <a:spcAft>
              <a:spcPct val="35000"/>
            </a:spcAft>
            <a:buNone/>
          </a:pPr>
          <a:r>
            <a:rPr lang="en-US" sz="1900" kern="1200"/>
            <a:t>XLS-R Model Waveform Augmentation </a:t>
          </a:r>
        </a:p>
      </dsp:txBody>
      <dsp:txXfrm>
        <a:off x="374852" y="1679238"/>
        <a:ext cx="4809847" cy="506119"/>
      </dsp:txXfrm>
    </dsp:sp>
    <dsp:sp modelId="{8CC05100-04C6-DD44-9223-0675EA67FEA1}">
      <dsp:nvSpPr>
        <dsp:cNvPr id="0" name=""/>
        <dsp:cNvSpPr/>
      </dsp:nvSpPr>
      <dsp:spPr>
        <a:xfrm>
          <a:off x="0" y="2794138"/>
          <a:ext cx="6949440" cy="4788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C21E4A9-23B9-2E4A-A85C-90D8FDF8389C}">
      <dsp:nvSpPr>
        <dsp:cNvPr id="0" name=""/>
        <dsp:cNvSpPr/>
      </dsp:nvSpPr>
      <dsp:spPr>
        <a:xfrm>
          <a:off x="347472" y="2513698"/>
          <a:ext cx="4864607" cy="560879"/>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3871" tIns="0" rIns="183871" bIns="0" numCol="1" spcCol="1270" anchor="ctr" anchorCtr="0">
          <a:noAutofit/>
        </a:bodyPr>
        <a:lstStyle/>
        <a:p>
          <a:pPr marL="0" lvl="0" indent="0" algn="l" defTabSz="844550">
            <a:lnSpc>
              <a:spcPct val="90000"/>
            </a:lnSpc>
            <a:spcBef>
              <a:spcPct val="0"/>
            </a:spcBef>
            <a:spcAft>
              <a:spcPct val="35000"/>
            </a:spcAft>
            <a:buNone/>
          </a:pPr>
          <a:r>
            <a:rPr lang="en-US" sz="1900" kern="1200"/>
            <a:t>Augmentation with replacement </a:t>
          </a:r>
        </a:p>
      </dsp:txBody>
      <dsp:txXfrm>
        <a:off x="374852" y="2541078"/>
        <a:ext cx="4809847" cy="506119"/>
      </dsp:txXfrm>
    </dsp:sp>
    <dsp:sp modelId="{E644B478-B746-2F4F-8983-6BCAD0BA1F67}">
      <dsp:nvSpPr>
        <dsp:cNvPr id="0" name=""/>
        <dsp:cNvSpPr/>
      </dsp:nvSpPr>
      <dsp:spPr>
        <a:xfrm>
          <a:off x="0" y="3655978"/>
          <a:ext cx="6949440" cy="4788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E4338DC-8592-6A4F-A9B9-4947E76BFE75}">
      <dsp:nvSpPr>
        <dsp:cNvPr id="0" name=""/>
        <dsp:cNvSpPr/>
      </dsp:nvSpPr>
      <dsp:spPr>
        <a:xfrm>
          <a:off x="347472" y="3375538"/>
          <a:ext cx="4864607" cy="560879"/>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3871" tIns="0" rIns="183871" bIns="0" numCol="1" spcCol="1270" anchor="ctr" anchorCtr="0">
          <a:noAutofit/>
        </a:bodyPr>
        <a:lstStyle/>
        <a:p>
          <a:pPr marL="0" lvl="0" indent="0" algn="l" defTabSz="844550">
            <a:lnSpc>
              <a:spcPct val="90000"/>
            </a:lnSpc>
            <a:spcBef>
              <a:spcPct val="0"/>
            </a:spcBef>
            <a:spcAft>
              <a:spcPct val="35000"/>
            </a:spcAft>
            <a:buNone/>
          </a:pPr>
          <a:r>
            <a:rPr lang="en-US" sz="1900" kern="1200"/>
            <a:t>Augmentation with sample addition </a:t>
          </a:r>
        </a:p>
      </dsp:txBody>
      <dsp:txXfrm>
        <a:off x="374852" y="3402918"/>
        <a:ext cx="4809847" cy="506119"/>
      </dsp:txXfrm>
    </dsp:sp>
    <dsp:sp modelId="{1BB215E4-BC36-A948-AB32-B33A046E490A}">
      <dsp:nvSpPr>
        <dsp:cNvPr id="0" name=""/>
        <dsp:cNvSpPr/>
      </dsp:nvSpPr>
      <dsp:spPr>
        <a:xfrm>
          <a:off x="0" y="4517818"/>
          <a:ext cx="6949440" cy="478800"/>
        </a:xfrm>
        <a:prstGeom prst="rect">
          <a:avLst/>
        </a:prstGeom>
        <a:solidFill>
          <a:schemeClr val="lt1">
            <a:alpha val="90000"/>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3671F8F-218F-0D46-9D86-B9AE6F9140A1}">
      <dsp:nvSpPr>
        <dsp:cNvPr id="0" name=""/>
        <dsp:cNvSpPr/>
      </dsp:nvSpPr>
      <dsp:spPr>
        <a:xfrm>
          <a:off x="347472" y="4237378"/>
          <a:ext cx="4864607" cy="560879"/>
        </a:xfrm>
        <a:prstGeom prst="round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3871" tIns="0" rIns="183871" bIns="0" numCol="1" spcCol="1270" anchor="ctr" anchorCtr="0">
          <a:noAutofit/>
        </a:bodyPr>
        <a:lstStyle/>
        <a:p>
          <a:pPr marL="0" lvl="0" indent="0" algn="l" defTabSz="844550">
            <a:lnSpc>
              <a:spcPct val="90000"/>
            </a:lnSpc>
            <a:spcBef>
              <a:spcPct val="0"/>
            </a:spcBef>
            <a:spcAft>
              <a:spcPct val="35000"/>
            </a:spcAft>
            <a:buNone/>
          </a:pPr>
          <a:r>
            <a:rPr lang="en-US" sz="1900" kern="1200"/>
            <a:t>Selective Augmentation</a:t>
          </a:r>
        </a:p>
      </dsp:txBody>
      <dsp:txXfrm>
        <a:off x="374852" y="4264758"/>
        <a:ext cx="4809847" cy="50611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72853C-13ED-3649-9AA2-861D939DD4E1}">
      <dsp:nvSpPr>
        <dsp:cNvPr id="0" name=""/>
        <dsp:cNvSpPr/>
      </dsp:nvSpPr>
      <dsp:spPr>
        <a:xfrm>
          <a:off x="3655" y="998266"/>
          <a:ext cx="3564449" cy="921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kern="1200" dirty="0" err="1"/>
            <a:t>SpecAUGMENT</a:t>
          </a:r>
          <a:endParaRPr lang="en-IN" sz="3200" kern="1200" dirty="0"/>
        </a:p>
      </dsp:txBody>
      <dsp:txXfrm>
        <a:off x="3655" y="998266"/>
        <a:ext cx="3564449" cy="921600"/>
      </dsp:txXfrm>
    </dsp:sp>
    <dsp:sp modelId="{6AB1E565-318F-2D40-B12E-26A76A229640}">
      <dsp:nvSpPr>
        <dsp:cNvPr id="0" name=""/>
        <dsp:cNvSpPr/>
      </dsp:nvSpPr>
      <dsp:spPr>
        <a:xfrm>
          <a:off x="3655" y="1919866"/>
          <a:ext cx="3564449" cy="180072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kern="1200" dirty="0"/>
            <a:t>training loss decreased during optimization, the validation accuracy dropped.</a:t>
          </a:r>
          <a:endParaRPr lang="en-GB" sz="1800" kern="1200" dirty="0"/>
        </a:p>
      </dsp:txBody>
      <dsp:txXfrm>
        <a:off x="3655" y="1919866"/>
        <a:ext cx="3564449" cy="1800720"/>
      </dsp:txXfrm>
    </dsp:sp>
    <dsp:sp modelId="{FF22D6A9-A5D5-8A49-8D8C-B9C48C46877B}">
      <dsp:nvSpPr>
        <dsp:cNvPr id="0" name=""/>
        <dsp:cNvSpPr/>
      </dsp:nvSpPr>
      <dsp:spPr>
        <a:xfrm>
          <a:off x="4067127" y="998266"/>
          <a:ext cx="3564449" cy="921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IN" sz="3200" kern="1200" dirty="0"/>
            <a:t>XLS-R</a:t>
          </a:r>
        </a:p>
      </dsp:txBody>
      <dsp:txXfrm>
        <a:off x="4067127" y="998266"/>
        <a:ext cx="3564449" cy="921600"/>
      </dsp:txXfrm>
    </dsp:sp>
    <dsp:sp modelId="{69C7E089-BC42-A945-8F9D-B5A9AC7FE3CB}">
      <dsp:nvSpPr>
        <dsp:cNvPr id="0" name=""/>
        <dsp:cNvSpPr/>
      </dsp:nvSpPr>
      <dsp:spPr>
        <a:xfrm>
          <a:off x="4067127" y="1919866"/>
          <a:ext cx="3564449" cy="180072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kern="1200" dirty="0"/>
            <a:t>Loss hardly decreased, accuracy near random guess.</a:t>
          </a:r>
          <a:endParaRPr lang="en-GB" sz="1800" kern="1200" dirty="0"/>
        </a:p>
      </dsp:txBody>
      <dsp:txXfrm>
        <a:off x="4067127" y="1919866"/>
        <a:ext cx="3564449" cy="1800720"/>
      </dsp:txXfrm>
    </dsp:sp>
    <dsp:sp modelId="{C6697A58-593F-4040-872A-717698DFED44}">
      <dsp:nvSpPr>
        <dsp:cNvPr id="0" name=""/>
        <dsp:cNvSpPr/>
      </dsp:nvSpPr>
      <dsp:spPr>
        <a:xfrm>
          <a:off x="8130599" y="998266"/>
          <a:ext cx="3564449" cy="9216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IN" sz="3200" kern="1200" dirty="0"/>
            <a:t>Waveform </a:t>
          </a:r>
        </a:p>
      </dsp:txBody>
      <dsp:txXfrm>
        <a:off x="8130599" y="998266"/>
        <a:ext cx="3564449" cy="921600"/>
      </dsp:txXfrm>
    </dsp:sp>
    <dsp:sp modelId="{F91DC056-5BD1-4C48-ADB9-0DAE73E4C26B}">
      <dsp:nvSpPr>
        <dsp:cNvPr id="0" name=""/>
        <dsp:cNvSpPr/>
      </dsp:nvSpPr>
      <dsp:spPr>
        <a:xfrm>
          <a:off x="8130599" y="1919866"/>
          <a:ext cx="3564449" cy="180072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IN" sz="1800" kern="1200" dirty="0"/>
            <a:t>In one run the original training</a:t>
          </a:r>
          <a:endParaRPr lang="en-GB" sz="1800" kern="1200" dirty="0"/>
        </a:p>
        <a:p>
          <a:pPr marL="171450" lvl="1" indent="-171450" algn="l" defTabSz="800100">
            <a:lnSpc>
              <a:spcPct val="90000"/>
            </a:lnSpc>
            <a:spcBef>
              <a:spcPct val="0"/>
            </a:spcBef>
            <a:spcAft>
              <a:spcPct val="15000"/>
            </a:spcAft>
            <a:buFont typeface="Arial" panose="020B0604020202020204" pitchFamily="34" charset="0"/>
            <a:buNone/>
          </a:pPr>
          <a:r>
            <a:rPr lang="en-IN" sz="1800" kern="1200" dirty="0"/>
            <a:t> set contained 8689 examples and 4344 samples were augmented, increasing the dataset size to 13033 examples.</a:t>
          </a:r>
          <a:endParaRPr lang="en-GB" sz="1800" kern="1200" dirty="0"/>
        </a:p>
      </dsp:txBody>
      <dsp:txXfrm>
        <a:off x="8130599" y="1919866"/>
        <a:ext cx="3564449" cy="18007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CE1D8B-9388-664D-9F2F-A77ACD6B45FF}" type="datetimeFigureOut">
              <a:rPr lang="en-US" smtClean="0"/>
              <a:t>3/12/26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14BC3-C6A6-134B-A00D-EBB765C751AE}" type="slidenum">
              <a:rPr lang="en-US" smtClean="0"/>
              <a:t>‹#›</a:t>
            </a:fld>
            <a:endParaRPr lang="en-US"/>
          </a:p>
        </p:txBody>
      </p:sp>
    </p:spTree>
    <p:extLst>
      <p:ext uri="{BB962C8B-B14F-4D97-AF65-F5344CB8AC3E}">
        <p14:creationId xmlns:p14="http://schemas.microsoft.com/office/powerpoint/2010/main" val="4277192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The first result from EDA was that the dataset is</a:t>
            </a:r>
          </a:p>
          <a:p>
            <a:r>
              <a:rPr lang="en-IN" sz="1200" kern="1200" dirty="0">
                <a:solidFill>
                  <a:schemeClr val="tx1"/>
                </a:solidFill>
                <a:effectLst/>
                <a:latin typeface="+mn-lt"/>
                <a:ea typeface="+mn-ea"/>
                <a:cs typeface="+mn-cs"/>
              </a:rPr>
              <a:t>roughly balanced by language. This means class</a:t>
            </a:r>
          </a:p>
          <a:p>
            <a:r>
              <a:rPr lang="en-IN" sz="1200" kern="1200" dirty="0">
                <a:solidFill>
                  <a:schemeClr val="tx1"/>
                </a:solidFill>
                <a:effectLst/>
                <a:latin typeface="+mn-lt"/>
                <a:ea typeface="+mn-ea"/>
                <a:cs typeface="+mn-cs"/>
              </a:rPr>
              <a:t>imbalance is not the main issue. The second, much</a:t>
            </a:r>
          </a:p>
          <a:p>
            <a:r>
              <a:rPr lang="en-IN" sz="1200" kern="1200" dirty="0">
                <a:solidFill>
                  <a:schemeClr val="tx1"/>
                </a:solidFill>
                <a:effectLst/>
                <a:latin typeface="+mn-lt"/>
                <a:ea typeface="+mn-ea"/>
                <a:cs typeface="+mn-cs"/>
              </a:rPr>
              <a:t>more important result was that speaker diversity is</a:t>
            </a:r>
          </a:p>
          <a:p>
            <a:r>
              <a:rPr lang="en-IN" sz="1200" kern="1200" dirty="0">
                <a:solidFill>
                  <a:schemeClr val="tx1"/>
                </a:solidFill>
                <a:effectLst/>
                <a:latin typeface="+mn-lt"/>
                <a:ea typeface="+mn-ea"/>
                <a:cs typeface="+mn-cs"/>
              </a:rPr>
              <a:t>extremely small. Every language is tied to a tiny</a:t>
            </a:r>
          </a:p>
          <a:p>
            <a:r>
              <a:rPr lang="en-IN" sz="1200" kern="1200" dirty="0">
                <a:solidFill>
                  <a:schemeClr val="tx1"/>
                </a:solidFill>
                <a:effectLst/>
                <a:latin typeface="+mn-lt"/>
                <a:ea typeface="+mn-ea"/>
                <a:cs typeface="+mn-cs"/>
              </a:rPr>
              <a:t>set of speakers, which makes it easy for the model</a:t>
            </a:r>
          </a:p>
          <a:p>
            <a:r>
              <a:rPr lang="en-IN" sz="1200" kern="1200" dirty="0">
                <a:solidFill>
                  <a:schemeClr val="tx1"/>
                </a:solidFill>
                <a:effectLst/>
                <a:latin typeface="+mn-lt"/>
                <a:ea typeface="+mn-ea"/>
                <a:cs typeface="+mn-cs"/>
              </a:rPr>
              <a:t>to associate a language with a handful of voices.</a:t>
            </a:r>
          </a:p>
          <a:p>
            <a:endParaRPr lang="en-US" dirty="0"/>
          </a:p>
        </p:txBody>
      </p:sp>
      <p:sp>
        <p:nvSpPr>
          <p:cNvPr id="4" name="Slide Number Placeholder 3"/>
          <p:cNvSpPr>
            <a:spLocks noGrp="1"/>
          </p:cNvSpPr>
          <p:nvPr>
            <p:ph type="sldNum" sz="quarter" idx="5"/>
          </p:nvPr>
        </p:nvSpPr>
        <p:spPr/>
        <p:txBody>
          <a:bodyPr/>
          <a:lstStyle/>
          <a:p>
            <a:fld id="{E7A14BC3-C6A6-134B-A00D-EBB765C751AE}" type="slidenum">
              <a:rPr lang="en-US" smtClean="0"/>
              <a:t>3</a:t>
            </a:fld>
            <a:endParaRPr lang="en-US"/>
          </a:p>
        </p:txBody>
      </p:sp>
    </p:spTree>
    <p:extLst>
      <p:ext uri="{BB962C8B-B14F-4D97-AF65-F5344CB8AC3E}">
        <p14:creationId xmlns:p14="http://schemas.microsoft.com/office/powerpoint/2010/main" val="11177628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Since the language label is the same for all of them, the large spread cannot be explained by language difficulty alone. It suggests that the model had adapted better to some voices than to others</a:t>
            </a:r>
          </a:p>
          <a:p>
            <a:r>
              <a:rPr lang="en-IN" sz="1200" kern="1200" dirty="0">
                <a:solidFill>
                  <a:schemeClr val="tx1"/>
                </a:solidFill>
                <a:effectLst/>
                <a:latin typeface="+mn-lt"/>
                <a:ea typeface="+mn-ea"/>
                <a:cs typeface="+mn-cs"/>
              </a:rPr>
              <a:t>The same kind of spread appeared in other languages as well. This is why we argue that the main bias in the dataset comes from limited speaker diversity. Speakers that are acoustically more similar</a:t>
            </a:r>
          </a:p>
          <a:p>
            <a:r>
              <a:rPr lang="en-IN" sz="1200" kern="1200" dirty="0">
                <a:solidFill>
                  <a:schemeClr val="tx1"/>
                </a:solidFill>
                <a:effectLst/>
                <a:latin typeface="+mn-lt"/>
                <a:ea typeface="+mn-ea"/>
                <a:cs typeface="+mn-cs"/>
              </a:rPr>
              <a:t>to the ones the model adapts to tend to perform much better, while others suffer even though they belong to the same class.</a:t>
            </a:r>
          </a:p>
          <a:p>
            <a:endParaRPr lang="en-US" dirty="0"/>
          </a:p>
        </p:txBody>
      </p:sp>
      <p:sp>
        <p:nvSpPr>
          <p:cNvPr id="4" name="Slide Number Placeholder 3"/>
          <p:cNvSpPr>
            <a:spLocks noGrp="1"/>
          </p:cNvSpPr>
          <p:nvPr>
            <p:ph type="sldNum" sz="quarter" idx="5"/>
          </p:nvPr>
        </p:nvSpPr>
        <p:spPr/>
        <p:txBody>
          <a:bodyPr/>
          <a:lstStyle/>
          <a:p>
            <a:fld id="{E7A14BC3-C6A6-134B-A00D-EBB765C751AE}" type="slidenum">
              <a:rPr lang="en-US" smtClean="0"/>
              <a:t>5</a:t>
            </a:fld>
            <a:endParaRPr lang="en-US"/>
          </a:p>
        </p:txBody>
      </p:sp>
    </p:spTree>
    <p:extLst>
      <p:ext uri="{BB962C8B-B14F-4D97-AF65-F5344CB8AC3E}">
        <p14:creationId xmlns:p14="http://schemas.microsoft.com/office/powerpoint/2010/main" val="5553511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14BC3-C6A6-134B-A00D-EBB765C751AE}" type="slidenum">
              <a:rPr lang="en-US" smtClean="0"/>
              <a:t>6</a:t>
            </a:fld>
            <a:endParaRPr lang="en-US"/>
          </a:p>
        </p:txBody>
      </p:sp>
    </p:spTree>
    <p:extLst>
      <p:ext uri="{BB962C8B-B14F-4D97-AF65-F5344CB8AC3E}">
        <p14:creationId xmlns:p14="http://schemas.microsoft.com/office/powerpoint/2010/main" val="19240605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SpecAugment</a:t>
            </a:r>
            <a:r>
              <a:rPr lang="en-US" dirty="0"/>
              <a:t>- </a:t>
            </a:r>
            <a:r>
              <a:rPr lang="en-IN" sz="1200" kern="1200" dirty="0">
                <a:solidFill>
                  <a:schemeClr val="tx1"/>
                </a:solidFill>
                <a:effectLst/>
                <a:latin typeface="+mn-lt"/>
                <a:ea typeface="+mn-ea"/>
                <a:cs typeface="+mn-cs"/>
              </a:rPr>
              <a:t>A likely explanation is that aggressive masking removed phonetic cues that are necessary to distinguish languages, especially given the relatively small dataset size.</a:t>
            </a:r>
          </a:p>
          <a:p>
            <a:r>
              <a:rPr lang="en-IN" sz="1200" kern="1200" dirty="0">
                <a:solidFill>
                  <a:schemeClr val="tx1"/>
                </a:solidFill>
                <a:effectLst/>
                <a:latin typeface="+mn-lt"/>
                <a:ea typeface="+mn-ea"/>
                <a:cs typeface="+mn-cs"/>
              </a:rPr>
              <a:t>XLS-R- </a:t>
            </a:r>
            <a:r>
              <a:rPr lang="en-IN" sz="1200" b="0" i="0" u="none" strike="noStrike" kern="1200" dirty="0">
                <a:solidFill>
                  <a:schemeClr val="tx1"/>
                </a:solidFill>
                <a:effectLst/>
                <a:latin typeface="+mn-lt"/>
                <a:ea typeface="+mn-ea"/>
                <a:cs typeface="+mn-cs"/>
              </a:rPr>
              <a:t>The obtained accuracy (5%) is significantly lower than the reported baseline accuracy (31%). Additionally, most languages show zero precision and recall. This suggests that there may be an issue in the training configuration or implementation of the XLS-R pipeline.</a:t>
            </a:r>
            <a:endParaRPr lang="en-IN"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E7A14BC3-C6A6-134B-A00D-EBB765C751AE}" type="slidenum">
              <a:rPr lang="en-US" smtClean="0"/>
              <a:t>7</a:t>
            </a:fld>
            <a:endParaRPr lang="en-US"/>
          </a:p>
        </p:txBody>
      </p:sp>
    </p:spTree>
    <p:extLst>
      <p:ext uri="{BB962C8B-B14F-4D97-AF65-F5344CB8AC3E}">
        <p14:creationId xmlns:p14="http://schemas.microsoft.com/office/powerpoint/2010/main" val="481274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3/12/26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39490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3/12/26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34438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3/12/26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63894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3/12/26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250678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3/12/26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423880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3/12/26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91649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3/12/26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861003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3/12/26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45660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3/12/26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5534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3/12/26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31002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3/12/26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27066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3/12/26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277247723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3.png"/><Relationship Id="rId7" Type="http://schemas.openxmlformats.org/officeDocument/2006/relationships/diagramQuickStyle" Target="../diagrams/quickStyle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2.png"/><Relationship Id="rId9" Type="http://schemas.microsoft.com/office/2007/relationships/diagramDrawing" Target="../diagrams/drawin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4.png"/><Relationship Id="rId7" Type="http://schemas.openxmlformats.org/officeDocument/2006/relationships/diagramColors" Target="../diagrams/colors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docs.pytorch.org/audio/stable/tutorials/audio_data_augmentation_tutorial.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875D55-4A80-43E9-38F6-27E3664939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white background with dots and lines&#10;&#10;AI-generated content may be incorrect.">
            <a:extLst>
              <a:ext uri="{FF2B5EF4-FFF2-40B4-BE49-F238E27FC236}">
                <a16:creationId xmlns:a16="http://schemas.microsoft.com/office/drawing/2014/main" id="{1E58E1C9-2466-DE83-F7D6-C1F2016B4441}"/>
              </a:ext>
            </a:extLst>
          </p:cNvPr>
          <p:cNvPicPr>
            <a:picLocks noChangeAspect="1"/>
          </p:cNvPicPr>
          <p:nvPr/>
        </p:nvPicPr>
        <p:blipFill>
          <a:blip r:embed="rId2">
            <a:alphaModFix amt="60000"/>
          </a:blip>
          <a:srcRect t="5858"/>
          <a:stretch>
            <a:fillRect/>
          </a:stretch>
        </p:blipFill>
        <p:spPr>
          <a:xfrm>
            <a:off x="1" y="1"/>
            <a:ext cx="12192000" cy="6857999"/>
          </a:xfrm>
          <a:prstGeom prst="rect">
            <a:avLst/>
          </a:prstGeom>
        </p:spPr>
      </p:pic>
      <p:sp>
        <p:nvSpPr>
          <p:cNvPr id="2" name="Title 1">
            <a:extLst>
              <a:ext uri="{FF2B5EF4-FFF2-40B4-BE49-F238E27FC236}">
                <a16:creationId xmlns:a16="http://schemas.microsoft.com/office/drawing/2014/main" id="{4BDE9609-C902-2E10-9A56-808DF9A767A8}"/>
              </a:ext>
            </a:extLst>
          </p:cNvPr>
          <p:cNvSpPr>
            <a:spLocks noGrp="1"/>
          </p:cNvSpPr>
          <p:nvPr>
            <p:ph type="ctrTitle"/>
          </p:nvPr>
        </p:nvSpPr>
        <p:spPr>
          <a:xfrm>
            <a:off x="1528175" y="364470"/>
            <a:ext cx="9419573" cy="2236264"/>
          </a:xfrm>
        </p:spPr>
        <p:txBody>
          <a:bodyPr>
            <a:normAutofit/>
          </a:bodyPr>
          <a:lstStyle/>
          <a:p>
            <a:r>
              <a:rPr lang="en-IN" dirty="0">
                <a:solidFill>
                  <a:srgbClr val="FFFFFF"/>
                </a:solidFill>
              </a:rPr>
              <a:t>Language Identification from Audio under Severe Speaker Bias</a:t>
            </a:r>
            <a:br>
              <a:rPr lang="en-IN" sz="3800" dirty="0">
                <a:solidFill>
                  <a:srgbClr val="FFFFFF"/>
                </a:solidFill>
              </a:rPr>
            </a:br>
            <a:endParaRPr lang="en-US" sz="3800" dirty="0">
              <a:solidFill>
                <a:srgbClr val="FFFFFF"/>
              </a:solidFill>
            </a:endParaRPr>
          </a:p>
        </p:txBody>
      </p:sp>
      <p:sp>
        <p:nvSpPr>
          <p:cNvPr id="3" name="Subtitle 2">
            <a:extLst>
              <a:ext uri="{FF2B5EF4-FFF2-40B4-BE49-F238E27FC236}">
                <a16:creationId xmlns:a16="http://schemas.microsoft.com/office/drawing/2014/main" id="{50F6FBB4-032E-4C99-989C-5EC6418867B3}"/>
              </a:ext>
            </a:extLst>
          </p:cNvPr>
          <p:cNvSpPr>
            <a:spLocks noGrp="1"/>
          </p:cNvSpPr>
          <p:nvPr>
            <p:ph type="subTitle" idx="1"/>
          </p:nvPr>
        </p:nvSpPr>
        <p:spPr>
          <a:xfrm>
            <a:off x="1791222" y="3255317"/>
            <a:ext cx="8931057" cy="1819456"/>
          </a:xfrm>
        </p:spPr>
        <p:txBody>
          <a:bodyPr>
            <a:normAutofit fontScale="47500" lnSpcReduction="20000"/>
          </a:bodyPr>
          <a:lstStyle/>
          <a:p>
            <a:r>
              <a:rPr lang="en-IN" sz="5800" dirty="0"/>
              <a:t>NNTI Winter Term Project 2025-26</a:t>
            </a:r>
          </a:p>
          <a:p>
            <a:pPr algn="r"/>
            <a:r>
              <a:rPr lang="en-US" sz="3800" dirty="0">
                <a:solidFill>
                  <a:srgbClr val="FFFFFF"/>
                </a:solidFill>
              </a:rPr>
              <a:t>Presented by-</a:t>
            </a:r>
          </a:p>
          <a:p>
            <a:pPr algn="r"/>
            <a:r>
              <a:rPr lang="en-US" sz="3800" dirty="0">
                <a:solidFill>
                  <a:srgbClr val="FFFFFF"/>
                </a:solidFill>
              </a:rPr>
              <a:t>Kashish Mendiratta</a:t>
            </a:r>
          </a:p>
          <a:p>
            <a:pPr algn="r"/>
            <a:r>
              <a:rPr lang="en-US" sz="3800" dirty="0">
                <a:solidFill>
                  <a:srgbClr val="FFFFFF"/>
                </a:solidFill>
              </a:rPr>
              <a:t>	</a:t>
            </a:r>
            <a:r>
              <a:rPr lang="en-IN" sz="3800" dirty="0"/>
              <a:t>Muhammad Saqib</a:t>
            </a:r>
          </a:p>
        </p:txBody>
      </p:sp>
    </p:spTree>
    <p:extLst>
      <p:ext uri="{BB962C8B-B14F-4D97-AF65-F5344CB8AC3E}">
        <p14:creationId xmlns:p14="http://schemas.microsoft.com/office/powerpoint/2010/main" val="106763732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2DA861-71EB-E1B1-AA66-7E2BF61F2E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C1207C-E714-81CC-5A62-F0D36EF2E543}"/>
              </a:ext>
            </a:extLst>
          </p:cNvPr>
          <p:cNvSpPr>
            <a:spLocks noGrp="1"/>
          </p:cNvSpPr>
          <p:nvPr>
            <p:ph type="title"/>
          </p:nvPr>
        </p:nvSpPr>
        <p:spPr>
          <a:xfrm>
            <a:off x="189238" y="351653"/>
            <a:ext cx="6140462" cy="765664"/>
          </a:xfrm>
        </p:spPr>
        <p:txBody>
          <a:bodyPr anchor="b">
            <a:normAutofit/>
          </a:bodyPr>
          <a:lstStyle/>
          <a:p>
            <a:r>
              <a:rPr lang="en-US" dirty="0"/>
              <a:t>INTRODUCTION</a:t>
            </a:r>
          </a:p>
        </p:txBody>
      </p:sp>
      <p:graphicFrame>
        <p:nvGraphicFramePr>
          <p:cNvPr id="12" name="Content Placeholder 2">
            <a:extLst>
              <a:ext uri="{FF2B5EF4-FFF2-40B4-BE49-F238E27FC236}">
                <a16:creationId xmlns:a16="http://schemas.microsoft.com/office/drawing/2014/main" id="{7151E4F8-1926-AE59-95A3-B10C3602E5CE}"/>
              </a:ext>
            </a:extLst>
          </p:cNvPr>
          <p:cNvGraphicFramePr>
            <a:graphicFrameLocks noGrp="1"/>
          </p:cNvGraphicFramePr>
          <p:nvPr>
            <p:ph idx="1"/>
            <p:extLst>
              <p:ext uri="{D42A27DB-BD31-4B8C-83A1-F6EECF244321}">
                <p14:modId xmlns:p14="http://schemas.microsoft.com/office/powerpoint/2010/main" val="2352316173"/>
              </p:ext>
            </p:extLst>
          </p:nvPr>
        </p:nvGraphicFramePr>
        <p:xfrm>
          <a:off x="290841" y="1661305"/>
          <a:ext cx="6140462" cy="4096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a:extLst>
              <a:ext uri="{FF2B5EF4-FFF2-40B4-BE49-F238E27FC236}">
                <a16:creationId xmlns:a16="http://schemas.microsoft.com/office/drawing/2014/main" id="{85717E4C-C987-9F46-B2C5-F82ACA5B3D8B}"/>
              </a:ext>
            </a:extLst>
          </p:cNvPr>
          <p:cNvPicPr>
            <a:picLocks noChangeAspect="1"/>
          </p:cNvPicPr>
          <p:nvPr/>
        </p:nvPicPr>
        <p:blipFill>
          <a:blip r:embed="rId7"/>
          <a:stretch>
            <a:fillRect/>
          </a:stretch>
        </p:blipFill>
        <p:spPr>
          <a:xfrm>
            <a:off x="7126515" y="367773"/>
            <a:ext cx="4138362" cy="2938238"/>
          </a:xfrm>
          <a:prstGeom prst="rect">
            <a:avLst/>
          </a:prstGeom>
        </p:spPr>
      </p:pic>
      <p:pic>
        <p:nvPicPr>
          <p:cNvPr id="4" name="Picture 3">
            <a:extLst>
              <a:ext uri="{FF2B5EF4-FFF2-40B4-BE49-F238E27FC236}">
                <a16:creationId xmlns:a16="http://schemas.microsoft.com/office/drawing/2014/main" id="{F82DCA50-F575-9E49-0C07-33E7CDC02D9E}"/>
              </a:ext>
            </a:extLst>
          </p:cNvPr>
          <p:cNvPicPr>
            <a:picLocks noChangeAspect="1"/>
          </p:cNvPicPr>
          <p:nvPr/>
        </p:nvPicPr>
        <p:blipFill>
          <a:blip r:embed="rId8"/>
          <a:stretch>
            <a:fillRect/>
          </a:stretch>
        </p:blipFill>
        <p:spPr>
          <a:xfrm>
            <a:off x="7126515" y="3551988"/>
            <a:ext cx="4243344" cy="2927907"/>
          </a:xfrm>
          <a:prstGeom prst="rect">
            <a:avLst/>
          </a:prstGeom>
        </p:spPr>
      </p:pic>
    </p:spTree>
    <p:extLst>
      <p:ext uri="{BB962C8B-B14F-4D97-AF65-F5344CB8AC3E}">
        <p14:creationId xmlns:p14="http://schemas.microsoft.com/office/powerpoint/2010/main" val="1067891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5A14613-C96C-F5FD-0593-24D7C0DA4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AD4354-E9A9-B006-0A90-B4FA8D0CE2C8}"/>
              </a:ext>
            </a:extLst>
          </p:cNvPr>
          <p:cNvSpPr>
            <a:spLocks noGrp="1"/>
          </p:cNvSpPr>
          <p:nvPr>
            <p:ph type="title"/>
          </p:nvPr>
        </p:nvSpPr>
        <p:spPr>
          <a:xfrm>
            <a:off x="119566" y="342900"/>
            <a:ext cx="5976433" cy="1527048"/>
          </a:xfrm>
        </p:spPr>
        <p:txBody>
          <a:bodyPr anchor="b">
            <a:normAutofit fontScale="90000"/>
          </a:bodyPr>
          <a:lstStyle/>
          <a:p>
            <a:r>
              <a:rPr lang="en-IN" sz="3300" dirty="0"/>
              <a:t>DATASET AND EXPLORATORY</a:t>
            </a:r>
            <a:br>
              <a:rPr lang="en-IN" sz="3300" dirty="0"/>
            </a:br>
            <a:r>
              <a:rPr lang="en-IN" sz="3300" dirty="0"/>
              <a:t>DATA ANALYSIS</a:t>
            </a:r>
            <a:br>
              <a:rPr lang="en-IN" sz="3300" dirty="0"/>
            </a:br>
            <a:endParaRPr lang="en-US" sz="3300" dirty="0"/>
          </a:p>
        </p:txBody>
      </p:sp>
      <p:pic>
        <p:nvPicPr>
          <p:cNvPr id="5" name="Picture 4">
            <a:extLst>
              <a:ext uri="{FF2B5EF4-FFF2-40B4-BE49-F238E27FC236}">
                <a16:creationId xmlns:a16="http://schemas.microsoft.com/office/drawing/2014/main" id="{598EFA24-C4F7-57E3-D936-AD8AA5A8AEDC}"/>
              </a:ext>
            </a:extLst>
          </p:cNvPr>
          <p:cNvPicPr>
            <a:picLocks noChangeAspect="1"/>
          </p:cNvPicPr>
          <p:nvPr/>
        </p:nvPicPr>
        <p:blipFill>
          <a:blip r:embed="rId3"/>
          <a:stretch>
            <a:fillRect/>
          </a:stretch>
        </p:blipFill>
        <p:spPr>
          <a:xfrm>
            <a:off x="6834858" y="419362"/>
            <a:ext cx="4195711" cy="2895040"/>
          </a:xfrm>
          <a:prstGeom prst="rect">
            <a:avLst/>
          </a:prstGeom>
        </p:spPr>
      </p:pic>
      <p:pic>
        <p:nvPicPr>
          <p:cNvPr id="4" name="Picture 3">
            <a:extLst>
              <a:ext uri="{FF2B5EF4-FFF2-40B4-BE49-F238E27FC236}">
                <a16:creationId xmlns:a16="http://schemas.microsoft.com/office/drawing/2014/main" id="{D0176AE5-BAF6-32FC-15F7-0A19F58D1E7F}"/>
              </a:ext>
            </a:extLst>
          </p:cNvPr>
          <p:cNvPicPr>
            <a:picLocks noChangeAspect="1"/>
          </p:cNvPicPr>
          <p:nvPr/>
        </p:nvPicPr>
        <p:blipFill>
          <a:blip r:embed="rId4"/>
          <a:stretch>
            <a:fillRect/>
          </a:stretch>
        </p:blipFill>
        <p:spPr>
          <a:xfrm>
            <a:off x="6834858" y="3542235"/>
            <a:ext cx="4079442" cy="2896404"/>
          </a:xfrm>
          <a:prstGeom prst="rect">
            <a:avLst/>
          </a:prstGeom>
        </p:spPr>
      </p:pic>
      <p:graphicFrame>
        <p:nvGraphicFramePr>
          <p:cNvPr id="9" name="Content Placeholder 2">
            <a:extLst>
              <a:ext uri="{FF2B5EF4-FFF2-40B4-BE49-F238E27FC236}">
                <a16:creationId xmlns:a16="http://schemas.microsoft.com/office/drawing/2014/main" id="{0C53207E-03BB-38CE-A8AD-FDBBA5C81BF3}"/>
              </a:ext>
            </a:extLst>
          </p:cNvPr>
          <p:cNvGraphicFramePr>
            <a:graphicFrameLocks noGrp="1"/>
          </p:cNvGraphicFramePr>
          <p:nvPr>
            <p:ph idx="1"/>
            <p:extLst>
              <p:ext uri="{D42A27DB-BD31-4B8C-83A1-F6EECF244321}">
                <p14:modId xmlns:p14="http://schemas.microsoft.com/office/powerpoint/2010/main" val="2103122081"/>
              </p:ext>
            </p:extLst>
          </p:nvPr>
        </p:nvGraphicFramePr>
        <p:xfrm>
          <a:off x="619758" y="2212848"/>
          <a:ext cx="5237577" cy="409651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3389720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63A3F-E96A-B83A-3DED-FF6EEE85B8B5}"/>
              </a:ext>
            </a:extLst>
          </p:cNvPr>
          <p:cNvSpPr>
            <a:spLocks noGrp="1"/>
          </p:cNvSpPr>
          <p:nvPr>
            <p:ph type="title"/>
          </p:nvPr>
        </p:nvSpPr>
        <p:spPr/>
        <p:txBody>
          <a:bodyPr/>
          <a:lstStyle/>
          <a:p>
            <a:r>
              <a:rPr lang="en-US" dirty="0"/>
              <a:t>REPRODUCING AND IMPROVING BASELINE</a:t>
            </a:r>
          </a:p>
        </p:txBody>
      </p:sp>
      <p:sp>
        <p:nvSpPr>
          <p:cNvPr id="3" name="Content Placeholder 2">
            <a:extLst>
              <a:ext uri="{FF2B5EF4-FFF2-40B4-BE49-F238E27FC236}">
                <a16:creationId xmlns:a16="http://schemas.microsoft.com/office/drawing/2014/main" id="{6DBA9CD4-9A5E-C1A6-F8B0-B71D5BBF53E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871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E78AB-8CBD-1F62-117E-7C2143E1C851}"/>
              </a:ext>
            </a:extLst>
          </p:cNvPr>
          <p:cNvSpPr>
            <a:spLocks noGrp="1"/>
          </p:cNvSpPr>
          <p:nvPr>
            <p:ph type="title"/>
          </p:nvPr>
        </p:nvSpPr>
        <p:spPr/>
        <p:txBody>
          <a:bodyPr/>
          <a:lstStyle/>
          <a:p>
            <a:r>
              <a:rPr lang="en-US" dirty="0"/>
              <a:t>ADDRESSING SPEAKER BIAS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F6040D1-6058-4D10-F467-793AE479CC04}"/>
                  </a:ext>
                </a:extLst>
              </p:cNvPr>
              <p:cNvSpPr>
                <a:spLocks noGrp="1"/>
              </p:cNvSpPr>
              <p:nvPr>
                <p:ph idx="1"/>
              </p:nvPr>
            </p:nvSpPr>
            <p:spPr>
              <a:xfrm>
                <a:off x="456084" y="1809235"/>
                <a:ext cx="5483353" cy="4628462"/>
              </a:xfrm>
            </p:spPr>
            <p:txBody>
              <a:bodyPr>
                <a:normAutofit/>
              </a:bodyPr>
              <a:lstStyle/>
              <a:p>
                <a:r>
                  <a:rPr lang="en-US" dirty="0"/>
                  <a:t>Diagnosing the bias- </a:t>
                </a:r>
              </a:p>
              <a:p>
                <a:pPr lvl="1">
                  <a:buFont typeface="Wingdings" pitchFamily="2" charset="2"/>
                  <a:buChar char="§"/>
                </a:pPr>
                <a:r>
                  <a:rPr lang="en-IN" dirty="0"/>
                  <a:t>evaluated validation performance per speaker ID inside each language.</a:t>
                </a:r>
              </a:p>
              <a:p>
                <a:pPr lvl="1">
                  <a:buFont typeface="Wingdings" pitchFamily="2" charset="2"/>
                  <a:buChar char="§"/>
                </a:pPr>
                <a14:m>
                  <m:oMath xmlns:m="http://schemas.openxmlformats.org/officeDocument/2006/math">
                    <m:r>
                      <a:rPr lang="en-US" i="1" smtClean="0">
                        <a:latin typeface="Cambria Math" panose="02040503050406030204" pitchFamily="18" charset="0"/>
                      </a:rPr>
                      <m:t>𝐴𝑐𝑐</m:t>
                    </m:r>
                    <m:d>
                      <m:dPr>
                        <m:ctrlPr>
                          <a:rPr lang="en-US" i="1">
                            <a:latin typeface="Cambria Math" panose="02040503050406030204" pitchFamily="18" charset="0"/>
                          </a:rPr>
                        </m:ctrlPr>
                      </m:dPr>
                      <m:e>
                        <m:r>
                          <a:rPr lang="en-US" i="1">
                            <a:latin typeface="Cambria Math" panose="02040503050406030204" pitchFamily="18" charset="0"/>
                          </a:rPr>
                          <m:t>ℓ,</m:t>
                        </m:r>
                        <m:r>
                          <a:rPr lang="en-US" i="1">
                            <a:latin typeface="Cambria Math" panose="02040503050406030204" pitchFamily="18" charset="0"/>
                          </a:rPr>
                          <m:t>𝑠</m:t>
                        </m:r>
                      </m:e>
                    </m:d>
                    <m:r>
                      <a:rPr lang="en-US" i="1">
                        <a:latin typeface="Cambria Math" panose="02040503050406030204" pitchFamily="18" charset="0"/>
                      </a:rPr>
                      <m:t>=</m:t>
                    </m:r>
                    <m:f>
                      <m:fPr>
                        <m:ctrlPr>
                          <a:rPr lang="en-US" i="1">
                            <a:latin typeface="Cambria Math" panose="02040503050406030204" pitchFamily="18" charset="0"/>
                          </a:rPr>
                        </m:ctrlPr>
                      </m:fPr>
                      <m:num>
                        <m:r>
                          <m:rPr>
                            <m:nor/>
                          </m:rPr>
                          <a:rPr lang="en-US" i="0">
                            <a:latin typeface="Cambria Math" panose="02040503050406030204" pitchFamily="18" charset="0"/>
                          </a:rPr>
                          <m:t># </m:t>
                        </m:r>
                        <m:r>
                          <m:rPr>
                            <m:nor/>
                          </m:rPr>
                          <a:rPr lang="en-US" i="0">
                            <a:latin typeface="Cambria Math" panose="02040503050406030204" pitchFamily="18" charset="0"/>
                          </a:rPr>
                          <m:t>correct</m:t>
                        </m:r>
                        <m:r>
                          <m:rPr>
                            <m:nor/>
                          </m:rPr>
                          <a:rPr lang="en-US" i="0">
                            <a:latin typeface="Cambria Math" panose="02040503050406030204" pitchFamily="18" charset="0"/>
                          </a:rPr>
                          <m:t> </m:t>
                        </m:r>
                        <m:r>
                          <m:rPr>
                            <m:nor/>
                          </m:rPr>
                          <a:rPr lang="en-US" i="0">
                            <a:latin typeface="Cambria Math" panose="02040503050406030204" pitchFamily="18" charset="0"/>
                          </a:rPr>
                          <m:t>predictions</m:t>
                        </m:r>
                        <m:r>
                          <m:rPr>
                            <m:nor/>
                          </m:rPr>
                          <a:rPr lang="en-US" i="0">
                            <a:latin typeface="Cambria Math" panose="02040503050406030204" pitchFamily="18" charset="0"/>
                          </a:rPr>
                          <m:t> </m:t>
                        </m:r>
                        <m:r>
                          <m:rPr>
                            <m:nor/>
                          </m:rPr>
                          <a:rPr lang="en-US" i="0">
                            <a:latin typeface="Cambria Math" panose="02040503050406030204" pitchFamily="18" charset="0"/>
                          </a:rPr>
                          <m:t>for</m:t>
                        </m:r>
                        <m:r>
                          <m:rPr>
                            <m:nor/>
                          </m:rPr>
                          <a:rPr lang="en-US" i="0">
                            <a:latin typeface="Cambria Math" panose="02040503050406030204" pitchFamily="18" charset="0"/>
                          </a:rPr>
                          <m:t> </m:t>
                        </m:r>
                        <m:r>
                          <m:rPr>
                            <m:nor/>
                          </m:rPr>
                          <a:rPr lang="en-US" i="0">
                            <a:latin typeface="Cambria Math" panose="02040503050406030204" pitchFamily="18" charset="0"/>
                          </a:rPr>
                          <m:t>speakers</m:t>
                        </m:r>
                        <m:r>
                          <m:rPr>
                            <m:nor/>
                          </m:rPr>
                          <a:rPr lang="en-US" i="0">
                            <a:latin typeface="Cambria Math" panose="02040503050406030204" pitchFamily="18" charset="0"/>
                          </a:rPr>
                          <m:t> </m:t>
                        </m:r>
                        <m:r>
                          <m:rPr>
                            <m:nor/>
                          </m:rPr>
                          <a:rPr lang="en-US" i="0">
                            <a:latin typeface="Cambria Math" panose="02040503050406030204" pitchFamily="18" charset="0"/>
                          </a:rPr>
                          <m:t>in</m:t>
                        </m:r>
                        <m:r>
                          <m:rPr>
                            <m:nor/>
                          </m:rPr>
                          <a:rPr lang="en-US" i="0">
                            <a:latin typeface="Cambria Math" panose="02040503050406030204" pitchFamily="18" charset="0"/>
                          </a:rPr>
                          <m:t> </m:t>
                        </m:r>
                        <m:r>
                          <m:rPr>
                            <m:nor/>
                          </m:rPr>
                          <a:rPr lang="en-US" i="0">
                            <a:latin typeface="Cambria Math" panose="02040503050406030204" pitchFamily="18" charset="0"/>
                          </a:rPr>
                          <m:t>language</m:t>
                        </m:r>
                        <m:r>
                          <m:rPr>
                            <m:nor/>
                          </m:rPr>
                          <a:rPr lang="en-US" i="0">
                            <a:latin typeface="Cambria Math" panose="02040503050406030204" pitchFamily="18" charset="0"/>
                          </a:rPr>
                          <m:t> </m:t>
                        </m:r>
                        <m:r>
                          <a:rPr lang="en-US" i="1">
                            <a:latin typeface="Cambria Math" panose="02040503050406030204" pitchFamily="18" charset="0"/>
                          </a:rPr>
                          <m:t>ℓ</m:t>
                        </m:r>
                      </m:num>
                      <m:den>
                        <m:r>
                          <m:rPr>
                            <m:nor/>
                          </m:rPr>
                          <a:rPr lang="en-US" i="0">
                            <a:latin typeface="Cambria Math" panose="02040503050406030204" pitchFamily="18" charset="0"/>
                          </a:rPr>
                          <m:t># </m:t>
                        </m:r>
                        <m:r>
                          <m:rPr>
                            <m:nor/>
                          </m:rPr>
                          <a:rPr lang="en-US" i="0">
                            <a:latin typeface="Cambria Math" panose="02040503050406030204" pitchFamily="18" charset="0"/>
                          </a:rPr>
                          <m:t>validation</m:t>
                        </m:r>
                        <m:r>
                          <m:rPr>
                            <m:nor/>
                          </m:rPr>
                          <a:rPr lang="en-US" i="0">
                            <a:latin typeface="Cambria Math" panose="02040503050406030204" pitchFamily="18" charset="0"/>
                          </a:rPr>
                          <m:t> </m:t>
                        </m:r>
                        <m:r>
                          <m:rPr>
                            <m:nor/>
                          </m:rPr>
                          <a:rPr lang="en-US" i="0">
                            <a:latin typeface="Cambria Math" panose="02040503050406030204" pitchFamily="18" charset="0"/>
                          </a:rPr>
                          <m:t>samples</m:t>
                        </m:r>
                        <m:r>
                          <m:rPr>
                            <m:nor/>
                          </m:rPr>
                          <a:rPr lang="en-US" i="0">
                            <a:latin typeface="Cambria Math" panose="02040503050406030204" pitchFamily="18" charset="0"/>
                          </a:rPr>
                          <m:t> </m:t>
                        </m:r>
                        <m:r>
                          <m:rPr>
                            <m:nor/>
                          </m:rPr>
                          <a:rPr lang="en-US" i="0">
                            <a:latin typeface="Cambria Math" panose="02040503050406030204" pitchFamily="18" charset="0"/>
                          </a:rPr>
                          <m:t>for</m:t>
                        </m:r>
                        <m:r>
                          <m:rPr>
                            <m:nor/>
                          </m:rPr>
                          <a:rPr lang="en-US" i="0">
                            <a:latin typeface="Cambria Math" panose="02040503050406030204" pitchFamily="18" charset="0"/>
                          </a:rPr>
                          <m:t> </m:t>
                        </m:r>
                        <m:r>
                          <m:rPr>
                            <m:nor/>
                          </m:rPr>
                          <a:rPr lang="en-US" i="0">
                            <a:latin typeface="Cambria Math" panose="02040503050406030204" pitchFamily="18" charset="0"/>
                          </a:rPr>
                          <m:t>speakers</m:t>
                        </m:r>
                        <m:r>
                          <m:rPr>
                            <m:nor/>
                          </m:rPr>
                          <a:rPr lang="en-US" i="0">
                            <a:latin typeface="Cambria Math" panose="02040503050406030204" pitchFamily="18" charset="0"/>
                          </a:rPr>
                          <m:t> </m:t>
                        </m:r>
                        <m:r>
                          <m:rPr>
                            <m:nor/>
                          </m:rPr>
                          <a:rPr lang="en-US" i="0">
                            <a:latin typeface="Cambria Math" panose="02040503050406030204" pitchFamily="18" charset="0"/>
                          </a:rPr>
                          <m:t>in</m:t>
                        </m:r>
                        <m:r>
                          <m:rPr>
                            <m:nor/>
                          </m:rPr>
                          <a:rPr lang="en-US" i="0">
                            <a:latin typeface="Cambria Math" panose="02040503050406030204" pitchFamily="18" charset="0"/>
                          </a:rPr>
                          <m:t> </m:t>
                        </m:r>
                        <m:r>
                          <m:rPr>
                            <m:nor/>
                          </m:rPr>
                          <a:rPr lang="en-US" i="0">
                            <a:latin typeface="Cambria Math" panose="02040503050406030204" pitchFamily="18" charset="0"/>
                          </a:rPr>
                          <m:t>language</m:t>
                        </m:r>
                        <m:r>
                          <m:rPr>
                            <m:nor/>
                          </m:rPr>
                          <a:rPr lang="en-US" i="0">
                            <a:latin typeface="Cambria Math" panose="02040503050406030204" pitchFamily="18" charset="0"/>
                          </a:rPr>
                          <m:t> </m:t>
                        </m:r>
                        <m:r>
                          <a:rPr lang="en-US" i="1">
                            <a:latin typeface="Cambria Math" panose="02040503050406030204" pitchFamily="18" charset="0"/>
                          </a:rPr>
                          <m:t>ℓ</m:t>
                        </m:r>
                      </m:den>
                    </m:f>
                    <m:r>
                      <a:rPr lang="en-US" i="1">
                        <a:latin typeface="Cambria Math" panose="02040503050406030204" pitchFamily="18" charset="0"/>
                      </a:rPr>
                      <m:t>}</m:t>
                    </m:r>
                  </m:oMath>
                </a14:m>
                <a:endParaRPr lang="en-US" dirty="0"/>
              </a:p>
              <a:p>
                <a:pPr lvl="1">
                  <a:buFont typeface="Wingdings" pitchFamily="2" charset="2"/>
                  <a:buChar char="§"/>
                </a:pPr>
                <a:r>
                  <a:rPr lang="en-US" dirty="0"/>
                  <a:t>Withing language standard deviation </a:t>
                </a:r>
                <a:r>
                  <a:rPr lang="en-IN" dirty="0"/>
                  <a:t>of speaker-wise accuracy</a:t>
                </a:r>
                <a:endParaRPr lang="en-US" dirty="0"/>
              </a:p>
              <a:p>
                <a:pPr lvl="1">
                  <a:buFont typeface="Wingdings" pitchFamily="2" charset="2"/>
                  <a:buChar char="§"/>
                </a:pP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𝜎</m:t>
                        </m:r>
                      </m:e>
                      <m:sub>
                        <m:r>
                          <a:rPr lang="en-US" i="1">
                            <a:latin typeface="Cambria Math" panose="02040503050406030204" pitchFamily="18" charset="0"/>
                          </a:rPr>
                          <m:t>ℓ</m:t>
                        </m:r>
                      </m:sub>
                    </m:sSub>
                    <m:r>
                      <a:rPr lang="en-US" i="1">
                        <a:latin typeface="Cambria Math" panose="02040503050406030204" pitchFamily="18" charset="0"/>
                      </a:rPr>
                      <m:t>=</m:t>
                    </m:r>
                    <m:r>
                      <m:rPr>
                        <m:nor/>
                      </m:rPr>
                      <a:rPr lang="en-US" i="0">
                        <a:latin typeface="Cambria Math" panose="02040503050406030204" pitchFamily="18" charset="0"/>
                      </a:rPr>
                      <m:t>StdDev</m:t>
                    </m:r>
                    <m:d>
                      <m:dPr>
                        <m:ctrlPr>
                          <a:rPr lang="en-US" i="1">
                            <a:latin typeface="Cambria Math" panose="02040503050406030204" pitchFamily="18" charset="0"/>
                          </a:rPr>
                        </m:ctrlPr>
                      </m:dPr>
                      <m:e>
                        <m:r>
                          <m:rPr>
                            <m:lit/>
                          </m:rPr>
                          <a:rPr lang="en-US" i="1">
                            <a:latin typeface="Cambria Math" panose="02040503050406030204" pitchFamily="18" charset="0"/>
                          </a:rPr>
                          <m:t>{</m:t>
                        </m:r>
                        <m:r>
                          <a:rPr lang="en-US" i="1">
                            <a:latin typeface="Cambria Math" panose="02040503050406030204" pitchFamily="18" charset="0"/>
                          </a:rPr>
                          <m:t>𝐴𝑐𝑐</m:t>
                        </m:r>
                        <m:d>
                          <m:dPr>
                            <m:ctrlPr>
                              <a:rPr lang="en-US" i="1">
                                <a:latin typeface="Cambria Math" panose="02040503050406030204" pitchFamily="18" charset="0"/>
                              </a:rPr>
                            </m:ctrlPr>
                          </m:dPr>
                          <m:e>
                            <m:r>
                              <a:rPr lang="en-US" i="1">
                                <a:latin typeface="Cambria Math" panose="02040503050406030204" pitchFamily="18" charset="0"/>
                              </a:rPr>
                              <m:t>ℓ,</m:t>
                            </m:r>
                            <m:r>
                              <a:rPr lang="en-US" i="1">
                                <a:latin typeface="Cambria Math" panose="02040503050406030204" pitchFamily="18" charset="0"/>
                              </a:rPr>
                              <m:t>𝑠</m:t>
                            </m:r>
                          </m:e>
                        </m:d>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ℓ</m:t>
                            </m:r>
                          </m:sub>
                        </m:sSub>
                        <m:r>
                          <m:rPr>
                            <m:lit/>
                          </m:rPr>
                          <a:rPr lang="en-US" i="1">
                            <a:latin typeface="Cambria Math" panose="02040503050406030204" pitchFamily="18" charset="0"/>
                          </a:rPr>
                          <m:t>}</m:t>
                        </m:r>
                      </m:e>
                    </m:d>
                  </m:oMath>
                </a14:m>
                <a:endParaRPr lang="en-US" dirty="0"/>
              </a:p>
              <a:p>
                <a:pPr lvl="1">
                  <a:buFont typeface="Wingdings" pitchFamily="2" charset="2"/>
                  <a:buChar char="§"/>
                </a:pPr>
                <a:r>
                  <a:rPr lang="en-IN" dirty="0"/>
                  <a:t>Large values of </a:t>
                </a:r>
                <a:r>
                  <a:rPr lang="el-GR" dirty="0" err="1"/>
                  <a:t>σℓ</a:t>
                </a:r>
                <a:r>
                  <a:rPr lang="el-GR" dirty="0"/>
                  <a:t> </a:t>
                </a:r>
                <a:r>
                  <a:rPr lang="en-IN" dirty="0"/>
                  <a:t>mean the model behaves inconsistently across speakers of the same language.</a:t>
                </a:r>
              </a:p>
              <a:p>
                <a:pPr marL="0" indent="0">
                  <a:buNone/>
                </a:pPr>
                <a:endParaRPr lang="en-IN" dirty="0"/>
              </a:p>
              <a:p>
                <a:pPr marL="0" indent="0">
                  <a:buNone/>
                </a:pPr>
                <a:endParaRPr lang="en-IN" dirty="0"/>
              </a:p>
              <a:p>
                <a:pPr marL="228600" lvl="1" indent="0">
                  <a:buNone/>
                </a:pPr>
                <a:endParaRPr lang="en-US" dirty="0"/>
              </a:p>
              <a:p>
                <a:pPr lvl="1">
                  <a:buFont typeface="Wingdings" pitchFamily="2" charset="2"/>
                  <a:buChar char="§"/>
                </a:pPr>
                <a:endParaRPr lang="en-US" dirty="0"/>
              </a:p>
              <a:p>
                <a:endParaRPr lang="en-US" dirty="0"/>
              </a:p>
              <a:p>
                <a:endParaRPr lang="en-US" dirty="0"/>
              </a:p>
            </p:txBody>
          </p:sp>
        </mc:Choice>
        <mc:Fallback>
          <p:sp>
            <p:nvSpPr>
              <p:cNvPr id="3" name="Content Placeholder 2">
                <a:extLst>
                  <a:ext uri="{FF2B5EF4-FFF2-40B4-BE49-F238E27FC236}">
                    <a16:creationId xmlns:a16="http://schemas.microsoft.com/office/drawing/2014/main" id="{1F6040D1-6058-4D10-F467-793AE479CC04}"/>
                  </a:ext>
                </a:extLst>
              </p:cNvPr>
              <p:cNvSpPr>
                <a:spLocks noGrp="1" noRot="1" noChangeAspect="1" noMove="1" noResize="1" noEditPoints="1" noAdjustHandles="1" noChangeArrowheads="1" noChangeShapeType="1" noTextEdit="1"/>
              </p:cNvSpPr>
              <p:nvPr>
                <p:ph idx="1"/>
              </p:nvPr>
            </p:nvSpPr>
            <p:spPr>
              <a:xfrm>
                <a:off x="456084" y="1809235"/>
                <a:ext cx="5483353" cy="4628462"/>
              </a:xfrm>
              <a:blipFill>
                <a:blip r:embed="rId3"/>
                <a:stretch>
                  <a:fillRect l="-1157"/>
                </a:stretch>
              </a:blipFill>
            </p:spPr>
            <p:txBody>
              <a:bodyPr/>
              <a:lstStyle/>
              <a:p>
                <a:r>
                  <a:rPr lang="en-US">
                    <a:noFill/>
                  </a:rPr>
                  <a:t> </a:t>
                </a:r>
              </a:p>
            </p:txBody>
          </p:sp>
        </mc:Fallback>
      </mc:AlternateContent>
      <p:graphicFrame>
        <p:nvGraphicFramePr>
          <p:cNvPr id="5" name="Diagram 4">
            <a:extLst>
              <a:ext uri="{FF2B5EF4-FFF2-40B4-BE49-F238E27FC236}">
                <a16:creationId xmlns:a16="http://schemas.microsoft.com/office/drawing/2014/main" id="{105B4061-1FEB-FBAA-87D8-4F15AF7831CE}"/>
              </a:ext>
            </a:extLst>
          </p:cNvPr>
          <p:cNvGraphicFramePr/>
          <p:nvPr>
            <p:extLst>
              <p:ext uri="{D42A27DB-BD31-4B8C-83A1-F6EECF244321}">
                <p14:modId xmlns:p14="http://schemas.microsoft.com/office/powerpoint/2010/main" val="161185383"/>
              </p:ext>
            </p:extLst>
          </p:nvPr>
        </p:nvGraphicFramePr>
        <p:xfrm>
          <a:off x="6157122" y="1680898"/>
          <a:ext cx="5710989" cy="45078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383814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5374AE-9DA6-5887-A364-EE5E4A83C5A3}"/>
              </a:ext>
            </a:extLst>
          </p:cNvPr>
          <p:cNvSpPr>
            <a:spLocks noGrp="1"/>
          </p:cNvSpPr>
          <p:nvPr>
            <p:ph type="title"/>
          </p:nvPr>
        </p:nvSpPr>
        <p:spPr>
          <a:xfrm>
            <a:off x="612649" y="548639"/>
            <a:ext cx="3494314" cy="5786638"/>
          </a:xfrm>
        </p:spPr>
        <p:txBody>
          <a:bodyPr anchor="t">
            <a:normAutofit/>
          </a:bodyPr>
          <a:lstStyle/>
          <a:p>
            <a:r>
              <a:rPr lang="en-US" sz="2800" dirty="0"/>
              <a:t>AUGMENTATION EXPERIMENTS</a:t>
            </a:r>
          </a:p>
        </p:txBody>
      </p:sp>
      <p:graphicFrame>
        <p:nvGraphicFramePr>
          <p:cNvPr id="5" name="Content Placeholder 2">
            <a:extLst>
              <a:ext uri="{FF2B5EF4-FFF2-40B4-BE49-F238E27FC236}">
                <a16:creationId xmlns:a16="http://schemas.microsoft.com/office/drawing/2014/main" id="{1B78E832-FA9C-8CAB-8D47-66778195F4C8}"/>
              </a:ext>
            </a:extLst>
          </p:cNvPr>
          <p:cNvGraphicFramePr>
            <a:graphicFrameLocks noGrp="1"/>
          </p:cNvGraphicFramePr>
          <p:nvPr>
            <p:ph idx="1"/>
            <p:extLst>
              <p:ext uri="{D42A27DB-BD31-4B8C-83A1-F6EECF244321}">
                <p14:modId xmlns:p14="http://schemas.microsoft.com/office/powerpoint/2010/main" val="3899914538"/>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14393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9568B1CB-508D-3F3E-06E4-99DFB287EB01}"/>
              </a:ext>
            </a:extLst>
          </p:cNvPr>
          <p:cNvGraphicFramePr>
            <a:graphicFrameLocks noGrp="1"/>
          </p:cNvGraphicFramePr>
          <p:nvPr>
            <p:ph idx="1"/>
            <p:extLst>
              <p:ext uri="{D42A27DB-BD31-4B8C-83A1-F6EECF244321}">
                <p14:modId xmlns:p14="http://schemas.microsoft.com/office/powerpoint/2010/main" val="1336090152"/>
              </p:ext>
            </p:extLst>
          </p:nvPr>
        </p:nvGraphicFramePr>
        <p:xfrm>
          <a:off x="246647" y="318369"/>
          <a:ext cx="11698705" cy="47188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4BB11ECD-2B95-01D0-8DE0-9303A1A5DB66}"/>
              </a:ext>
            </a:extLst>
          </p:cNvPr>
          <p:cNvPicPr>
            <a:picLocks noChangeAspect="1"/>
          </p:cNvPicPr>
          <p:nvPr/>
        </p:nvPicPr>
        <p:blipFill>
          <a:blip r:embed="rId8"/>
          <a:stretch>
            <a:fillRect/>
          </a:stretch>
        </p:blipFill>
        <p:spPr>
          <a:xfrm>
            <a:off x="246647" y="4251997"/>
            <a:ext cx="3701599" cy="1738630"/>
          </a:xfrm>
          <a:prstGeom prst="rect">
            <a:avLst/>
          </a:prstGeom>
        </p:spPr>
      </p:pic>
      <p:pic>
        <p:nvPicPr>
          <p:cNvPr id="6" name="Picture 5">
            <a:extLst>
              <a:ext uri="{FF2B5EF4-FFF2-40B4-BE49-F238E27FC236}">
                <a16:creationId xmlns:a16="http://schemas.microsoft.com/office/drawing/2014/main" id="{317A2504-8153-DB07-D7D6-CE715E97BC90}"/>
              </a:ext>
            </a:extLst>
          </p:cNvPr>
          <p:cNvPicPr>
            <a:picLocks noChangeAspect="1"/>
          </p:cNvPicPr>
          <p:nvPr/>
        </p:nvPicPr>
        <p:blipFill>
          <a:blip r:embed="rId9"/>
          <a:stretch>
            <a:fillRect/>
          </a:stretch>
        </p:blipFill>
        <p:spPr>
          <a:xfrm>
            <a:off x="4277225" y="4481867"/>
            <a:ext cx="3637035" cy="1309333"/>
          </a:xfrm>
          <a:prstGeom prst="rect">
            <a:avLst/>
          </a:prstGeom>
        </p:spPr>
      </p:pic>
    </p:spTree>
    <p:extLst>
      <p:ext uri="{BB962C8B-B14F-4D97-AF65-F5344CB8AC3E}">
        <p14:creationId xmlns:p14="http://schemas.microsoft.com/office/powerpoint/2010/main" val="4254125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C789F-63BF-2EEF-E08B-E6E3CB8AA2A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E55BCAF-F610-B245-AEF2-131DD5F9AC76}"/>
              </a:ext>
            </a:extLst>
          </p:cNvPr>
          <p:cNvSpPr>
            <a:spLocks noGrp="1"/>
          </p:cNvSpPr>
          <p:nvPr>
            <p:ph idx="1"/>
          </p:nvPr>
        </p:nvSpPr>
        <p:spPr/>
        <p:txBody>
          <a:bodyPr/>
          <a:lstStyle/>
          <a:p>
            <a:r>
              <a:rPr lang="en-IN" dirty="0"/>
              <a:t>Generic augmentation gave only modest gains, reaching 30.85% validation accuracy and 31.58% test accuracy in one MMS run. The best result came from the third strategy, selective augmentation, which improved top-1 accuracy to 43.4%. This matched the earlier error analysis: the model benefited more when we targeted the weak decision boundaries instead of perturbing all classes in the same way.</a:t>
            </a:r>
          </a:p>
          <a:p>
            <a:endParaRPr lang="en-US" dirty="0"/>
          </a:p>
        </p:txBody>
      </p:sp>
    </p:spTree>
    <p:extLst>
      <p:ext uri="{BB962C8B-B14F-4D97-AF65-F5344CB8AC3E}">
        <p14:creationId xmlns:p14="http://schemas.microsoft.com/office/powerpoint/2010/main" val="2215075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2AFC67-0973-EC0D-F14E-710D701B2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8FA167-C07E-DC83-BA8B-3E73CA472597}"/>
              </a:ext>
            </a:extLst>
          </p:cNvPr>
          <p:cNvSpPr>
            <a:spLocks noGrp="1"/>
          </p:cNvSpPr>
          <p:nvPr>
            <p:ph type="title"/>
          </p:nvPr>
        </p:nvSpPr>
        <p:spPr>
          <a:xfrm>
            <a:off x="612648" y="199002"/>
            <a:ext cx="3553412" cy="907422"/>
          </a:xfrm>
        </p:spPr>
        <p:txBody>
          <a:bodyPr anchor="b">
            <a:normAutofit/>
          </a:bodyPr>
          <a:lstStyle/>
          <a:p>
            <a:r>
              <a:rPr lang="en-US" dirty="0"/>
              <a:t>ANALYSIS</a:t>
            </a:r>
          </a:p>
        </p:txBody>
      </p:sp>
      <p:sp>
        <p:nvSpPr>
          <p:cNvPr id="8" name="Content Placeholder 7">
            <a:extLst>
              <a:ext uri="{FF2B5EF4-FFF2-40B4-BE49-F238E27FC236}">
                <a16:creationId xmlns:a16="http://schemas.microsoft.com/office/drawing/2014/main" id="{BCF97787-1B28-9448-787B-F0659AF1BC1B}"/>
              </a:ext>
            </a:extLst>
          </p:cNvPr>
          <p:cNvSpPr>
            <a:spLocks noGrp="1"/>
          </p:cNvSpPr>
          <p:nvPr>
            <p:ph idx="1"/>
          </p:nvPr>
        </p:nvSpPr>
        <p:spPr>
          <a:xfrm>
            <a:off x="612648" y="2212848"/>
            <a:ext cx="3553412" cy="4122420"/>
          </a:xfrm>
        </p:spPr>
        <p:txBody>
          <a:bodyPr>
            <a:normAutofit/>
          </a:bodyPr>
          <a:lstStyle/>
          <a:p>
            <a:r>
              <a:rPr lang="en-IN" dirty="0"/>
              <a:t>A strong prediction bias toward certain languages is visible.</a:t>
            </a:r>
          </a:p>
          <a:p>
            <a:r>
              <a:rPr lang="en-IN" dirty="0"/>
              <a:t>two important challenges of the task: acoustic similarity between related languages and the strong speaker bias caused by the limited number of speakers per language.</a:t>
            </a:r>
          </a:p>
          <a:p>
            <a:endParaRPr lang="en-IN" dirty="0"/>
          </a:p>
          <a:p>
            <a:endParaRPr lang="en-US" sz="1800" dirty="0"/>
          </a:p>
        </p:txBody>
      </p:sp>
      <p:pic>
        <p:nvPicPr>
          <p:cNvPr id="4" name="Content Placeholder 3">
            <a:extLst>
              <a:ext uri="{FF2B5EF4-FFF2-40B4-BE49-F238E27FC236}">
                <a16:creationId xmlns:a16="http://schemas.microsoft.com/office/drawing/2014/main" id="{94D4BA37-E0F9-148B-C526-46FF8AAF0559}"/>
              </a:ext>
            </a:extLst>
          </p:cNvPr>
          <p:cNvPicPr>
            <a:picLocks noChangeAspect="1"/>
          </p:cNvPicPr>
          <p:nvPr/>
        </p:nvPicPr>
        <p:blipFill>
          <a:blip r:embed="rId2"/>
          <a:srcRect t="71" r="2" b="2"/>
          <a:stretch>
            <a:fillRect/>
          </a:stretch>
        </p:blipFill>
        <p:spPr>
          <a:xfrm>
            <a:off x="4783995" y="124331"/>
            <a:ext cx="7169715" cy="6609337"/>
          </a:xfrm>
          <a:prstGeom prst="rect">
            <a:avLst/>
          </a:prstGeom>
        </p:spPr>
      </p:pic>
      <p:sp>
        <p:nvSpPr>
          <p:cNvPr id="5" name="TextBox 4">
            <a:extLst>
              <a:ext uri="{FF2B5EF4-FFF2-40B4-BE49-F238E27FC236}">
                <a16:creationId xmlns:a16="http://schemas.microsoft.com/office/drawing/2014/main" id="{720AFEDD-1134-1D33-EF22-0B4398414B00}"/>
              </a:ext>
            </a:extLst>
          </p:cNvPr>
          <p:cNvSpPr txBox="1"/>
          <p:nvPr/>
        </p:nvSpPr>
        <p:spPr>
          <a:xfrm>
            <a:off x="612648" y="1331495"/>
            <a:ext cx="2980784" cy="369332"/>
          </a:xfrm>
          <a:prstGeom prst="rect">
            <a:avLst/>
          </a:prstGeom>
          <a:noFill/>
        </p:spPr>
        <p:txBody>
          <a:bodyPr wrap="square" rtlCol="0">
            <a:spAutoFit/>
          </a:bodyPr>
          <a:lstStyle/>
          <a:p>
            <a:r>
              <a:rPr lang="en-US" dirty="0"/>
              <a:t>CONFUSION MATRIX</a:t>
            </a:r>
          </a:p>
        </p:txBody>
      </p:sp>
    </p:spTree>
    <p:extLst>
      <p:ext uri="{BB962C8B-B14F-4D97-AF65-F5344CB8AC3E}">
        <p14:creationId xmlns:p14="http://schemas.microsoft.com/office/powerpoint/2010/main" val="1292878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16A0C-F476-0A08-BD8E-275ECD5B04C9}"/>
              </a:ext>
            </a:extLst>
          </p:cNvPr>
          <p:cNvSpPr>
            <a:spLocks noGrp="1"/>
          </p:cNvSpPr>
          <p:nvPr>
            <p:ph type="title"/>
          </p:nvPr>
        </p:nvSpPr>
        <p:spPr>
          <a:xfrm>
            <a:off x="477253" y="548640"/>
            <a:ext cx="10653578" cy="1132258"/>
          </a:xfrm>
        </p:spPr>
        <p:txBody>
          <a:bodyPr/>
          <a:lstStyle/>
          <a:p>
            <a:r>
              <a:rPr lang="en-US" dirty="0"/>
              <a:t>ANALYSIS</a:t>
            </a:r>
          </a:p>
        </p:txBody>
      </p:sp>
      <p:sp>
        <p:nvSpPr>
          <p:cNvPr id="3" name="Content Placeholder 2">
            <a:extLst>
              <a:ext uri="{FF2B5EF4-FFF2-40B4-BE49-F238E27FC236}">
                <a16:creationId xmlns:a16="http://schemas.microsoft.com/office/drawing/2014/main" id="{672EB193-DCAE-EE0F-10D8-531FD5493996}"/>
              </a:ext>
            </a:extLst>
          </p:cNvPr>
          <p:cNvSpPr>
            <a:spLocks noGrp="1"/>
          </p:cNvSpPr>
          <p:nvPr>
            <p:ph idx="1"/>
          </p:nvPr>
        </p:nvSpPr>
        <p:spPr>
          <a:xfrm>
            <a:off x="612648" y="1487906"/>
            <a:ext cx="2852447" cy="385984"/>
          </a:xfrm>
        </p:spPr>
        <p:txBody>
          <a:bodyPr>
            <a:normAutofit fontScale="92500" lnSpcReduction="20000"/>
          </a:bodyPr>
          <a:lstStyle/>
          <a:p>
            <a:pPr marL="0" indent="0">
              <a:buNone/>
            </a:pPr>
            <a:r>
              <a:rPr lang="en-IN" dirty="0"/>
              <a:t>t-SNE VISUALISATION</a:t>
            </a:r>
            <a:endParaRPr lang="en-US" dirty="0"/>
          </a:p>
        </p:txBody>
      </p:sp>
      <p:pic>
        <p:nvPicPr>
          <p:cNvPr id="7" name="Picture 6">
            <a:extLst>
              <a:ext uri="{FF2B5EF4-FFF2-40B4-BE49-F238E27FC236}">
                <a16:creationId xmlns:a16="http://schemas.microsoft.com/office/drawing/2014/main" id="{079E7A3D-D1C5-4DEA-0C29-A3C4F25CB585}"/>
              </a:ext>
            </a:extLst>
          </p:cNvPr>
          <p:cNvPicPr>
            <a:picLocks noChangeAspect="1"/>
          </p:cNvPicPr>
          <p:nvPr/>
        </p:nvPicPr>
        <p:blipFill>
          <a:blip r:embed="rId2"/>
          <a:stretch>
            <a:fillRect/>
          </a:stretch>
        </p:blipFill>
        <p:spPr>
          <a:xfrm>
            <a:off x="3942347" y="414042"/>
            <a:ext cx="7772400" cy="6029915"/>
          </a:xfrm>
          <a:prstGeom prst="rect">
            <a:avLst/>
          </a:prstGeom>
        </p:spPr>
      </p:pic>
      <p:sp>
        <p:nvSpPr>
          <p:cNvPr id="8" name="TextBox 7">
            <a:extLst>
              <a:ext uri="{FF2B5EF4-FFF2-40B4-BE49-F238E27FC236}">
                <a16:creationId xmlns:a16="http://schemas.microsoft.com/office/drawing/2014/main" id="{877C38AD-038F-C019-0F27-872DC237554C}"/>
              </a:ext>
            </a:extLst>
          </p:cNvPr>
          <p:cNvSpPr txBox="1"/>
          <p:nvPr/>
        </p:nvSpPr>
        <p:spPr>
          <a:xfrm>
            <a:off x="612648" y="2077268"/>
            <a:ext cx="3465094" cy="3693319"/>
          </a:xfrm>
          <a:prstGeom prst="rect">
            <a:avLst/>
          </a:prstGeom>
          <a:noFill/>
        </p:spPr>
        <p:txBody>
          <a:bodyPr wrap="square" rtlCol="0">
            <a:spAutoFit/>
          </a:bodyPr>
          <a:lstStyle/>
          <a:p>
            <a:pPr marL="285750" indent="-285750">
              <a:buFont typeface="Arial" panose="020B0604020202020204" pitchFamily="34" charset="0"/>
              <a:buChar char="•"/>
            </a:pPr>
            <a:r>
              <a:rPr lang="en-IN" dirty="0"/>
              <a:t>the final-layer embeddings using t-SNE dimensionality reduction.</a:t>
            </a:r>
          </a:p>
          <a:p>
            <a:pPr marL="285750" indent="-285750">
              <a:buFont typeface="Arial" panose="020B0604020202020204" pitchFamily="34" charset="0"/>
              <a:buChar char="•"/>
            </a:pPr>
            <a:r>
              <a:rPr lang="en-IN" dirty="0"/>
              <a:t>many samples from different languages appear intermixed.</a:t>
            </a:r>
          </a:p>
          <a:p>
            <a:pPr marL="285750" indent="-285750">
              <a:buFont typeface="Arial" panose="020B0604020202020204" pitchFamily="34" charset="0"/>
              <a:buChar char="•"/>
            </a:pPr>
            <a:r>
              <a:rPr lang="en-IN" dirty="0"/>
              <a:t>The learned embeddings are not strongly language-specific and that the model captures more general acoustic characteristics.</a:t>
            </a:r>
          </a:p>
          <a:p>
            <a:endParaRPr lang="en-IN" dirty="0"/>
          </a:p>
          <a:p>
            <a:endParaRPr lang="en-US" dirty="0"/>
          </a:p>
        </p:txBody>
      </p:sp>
    </p:spTree>
    <p:extLst>
      <p:ext uri="{BB962C8B-B14F-4D97-AF65-F5344CB8AC3E}">
        <p14:creationId xmlns:p14="http://schemas.microsoft.com/office/powerpoint/2010/main" val="2517406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A5B01-D5DC-0DCF-06FC-FE137A444D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4B5177-E418-0C1E-04CA-17904C1F8DC8}"/>
              </a:ext>
            </a:extLst>
          </p:cNvPr>
          <p:cNvSpPr>
            <a:spLocks noGrp="1"/>
          </p:cNvSpPr>
          <p:nvPr>
            <p:ph type="title"/>
          </p:nvPr>
        </p:nvSpPr>
        <p:spPr>
          <a:xfrm>
            <a:off x="477253" y="548640"/>
            <a:ext cx="10653578" cy="1132258"/>
          </a:xfrm>
        </p:spPr>
        <p:txBody>
          <a:bodyPr/>
          <a:lstStyle/>
          <a:p>
            <a:r>
              <a:rPr lang="en-US" dirty="0"/>
              <a:t>ANALYSIS</a:t>
            </a:r>
          </a:p>
        </p:txBody>
      </p:sp>
      <p:sp>
        <p:nvSpPr>
          <p:cNvPr id="3" name="Content Placeholder 2">
            <a:extLst>
              <a:ext uri="{FF2B5EF4-FFF2-40B4-BE49-F238E27FC236}">
                <a16:creationId xmlns:a16="http://schemas.microsoft.com/office/drawing/2014/main" id="{0C7B7070-1EF6-4DBB-8C9B-1D933F1CDEA1}"/>
              </a:ext>
            </a:extLst>
          </p:cNvPr>
          <p:cNvSpPr>
            <a:spLocks noGrp="1"/>
          </p:cNvSpPr>
          <p:nvPr>
            <p:ph idx="1"/>
          </p:nvPr>
        </p:nvSpPr>
        <p:spPr>
          <a:xfrm>
            <a:off x="612647" y="1487905"/>
            <a:ext cx="3329699" cy="453189"/>
          </a:xfrm>
        </p:spPr>
        <p:txBody>
          <a:bodyPr>
            <a:normAutofit fontScale="85000" lnSpcReduction="10000"/>
          </a:bodyPr>
          <a:lstStyle/>
          <a:p>
            <a:pPr marL="0" indent="0">
              <a:buNone/>
            </a:pPr>
            <a:r>
              <a:rPr lang="en-IN" dirty="0"/>
              <a:t>LANGUAGE-WISE F1 SCORES</a:t>
            </a:r>
          </a:p>
          <a:p>
            <a:pPr marL="0" indent="0">
              <a:buNone/>
            </a:pPr>
            <a:endParaRPr lang="en-US" dirty="0"/>
          </a:p>
        </p:txBody>
      </p:sp>
      <p:sp>
        <p:nvSpPr>
          <p:cNvPr id="8" name="TextBox 7">
            <a:extLst>
              <a:ext uri="{FF2B5EF4-FFF2-40B4-BE49-F238E27FC236}">
                <a16:creationId xmlns:a16="http://schemas.microsoft.com/office/drawing/2014/main" id="{334F0C91-9E5F-6788-1C02-69FEC336A8AC}"/>
              </a:ext>
            </a:extLst>
          </p:cNvPr>
          <p:cNvSpPr txBox="1"/>
          <p:nvPr/>
        </p:nvSpPr>
        <p:spPr>
          <a:xfrm>
            <a:off x="612648" y="2077268"/>
            <a:ext cx="3465094" cy="2308324"/>
          </a:xfrm>
          <a:prstGeom prst="rect">
            <a:avLst/>
          </a:prstGeom>
          <a:noFill/>
        </p:spPr>
        <p:txBody>
          <a:bodyPr wrap="square" rtlCol="0">
            <a:spAutoFit/>
          </a:bodyPr>
          <a:lstStyle/>
          <a:p>
            <a:pPr marL="285750" indent="-285750">
              <a:buFont typeface="Arial" panose="020B0604020202020204" pitchFamily="34" charset="0"/>
              <a:buChar char="•"/>
            </a:pPr>
            <a:r>
              <a:rPr lang="en-IN" dirty="0"/>
              <a:t>The behaviour is consistent with the confusion matrix analysis and reflects the acoustic similarity between several languages in the dataset.</a:t>
            </a:r>
          </a:p>
          <a:p>
            <a:endParaRPr lang="en-IN" dirty="0"/>
          </a:p>
          <a:p>
            <a:endParaRPr lang="en-US" dirty="0"/>
          </a:p>
        </p:txBody>
      </p:sp>
      <p:pic>
        <p:nvPicPr>
          <p:cNvPr id="4" name="Picture 3">
            <a:extLst>
              <a:ext uri="{FF2B5EF4-FFF2-40B4-BE49-F238E27FC236}">
                <a16:creationId xmlns:a16="http://schemas.microsoft.com/office/drawing/2014/main" id="{DC2F850B-EB99-96A4-BF5A-2B4ED0527AA6}"/>
              </a:ext>
            </a:extLst>
          </p:cNvPr>
          <p:cNvPicPr>
            <a:picLocks noChangeAspect="1"/>
          </p:cNvPicPr>
          <p:nvPr/>
        </p:nvPicPr>
        <p:blipFill>
          <a:blip r:embed="rId2"/>
          <a:stretch>
            <a:fillRect/>
          </a:stretch>
        </p:blipFill>
        <p:spPr>
          <a:xfrm>
            <a:off x="4077740" y="1259096"/>
            <a:ext cx="7772400" cy="3944668"/>
          </a:xfrm>
          <a:prstGeom prst="rect">
            <a:avLst/>
          </a:prstGeom>
        </p:spPr>
      </p:pic>
    </p:spTree>
    <p:extLst>
      <p:ext uri="{BB962C8B-B14F-4D97-AF65-F5344CB8AC3E}">
        <p14:creationId xmlns:p14="http://schemas.microsoft.com/office/powerpoint/2010/main" val="168602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5DE1D-C2CC-3454-1A10-98DD98151E1A}"/>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A6460FCB-52B8-79F2-C236-692EA77B0685}"/>
              </a:ext>
            </a:extLst>
          </p:cNvPr>
          <p:cNvSpPr>
            <a:spLocks noGrp="1"/>
          </p:cNvSpPr>
          <p:nvPr>
            <p:ph idx="1"/>
          </p:nvPr>
        </p:nvSpPr>
        <p:spPr/>
        <p:txBody>
          <a:bodyPr/>
          <a:lstStyle/>
          <a:p>
            <a:r>
              <a:rPr lang="en-IN" dirty="0"/>
              <a:t>Our baseline MMS model achieved 23.8% validation accuracy, which is significantly higher than random chance but still limited by the dataset constraints.</a:t>
            </a:r>
          </a:p>
          <a:p>
            <a:r>
              <a:rPr lang="en-IN" dirty="0"/>
              <a:t>The relatively low macro F1 score indicates that performance varies substantially across languages.</a:t>
            </a:r>
          </a:p>
          <a:p>
            <a:r>
              <a:rPr lang="en-IN" dirty="0"/>
              <a:t>The best result came from the third strategy, selective augmentation, which improved top-1 accuracy to 43.4%. </a:t>
            </a:r>
          </a:p>
          <a:p>
            <a:r>
              <a:rPr lang="en-IN" dirty="0"/>
              <a:t>The results highlight the importance of dataset diversity for speech classification tasks.</a:t>
            </a:r>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3088894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DB703-5086-BCDA-2581-04B60A2F2515}"/>
              </a:ext>
            </a:extLst>
          </p:cNvPr>
          <p:cNvSpPr>
            <a:spLocks noGrp="1"/>
          </p:cNvSpPr>
          <p:nvPr>
            <p:ph type="title"/>
          </p:nvPr>
        </p:nvSpPr>
        <p:spPr/>
        <p:txBody>
          <a:bodyPr/>
          <a:lstStyle/>
          <a:p>
            <a:r>
              <a:rPr lang="en-US" dirty="0"/>
              <a:t>REFERENCE</a:t>
            </a:r>
          </a:p>
        </p:txBody>
      </p:sp>
      <p:sp>
        <p:nvSpPr>
          <p:cNvPr id="3" name="Content Placeholder 2">
            <a:extLst>
              <a:ext uri="{FF2B5EF4-FFF2-40B4-BE49-F238E27FC236}">
                <a16:creationId xmlns:a16="http://schemas.microsoft.com/office/drawing/2014/main" id="{F153AA41-8CEE-9889-FCB5-C9B3BCEB8B86}"/>
              </a:ext>
            </a:extLst>
          </p:cNvPr>
          <p:cNvSpPr>
            <a:spLocks noGrp="1"/>
          </p:cNvSpPr>
          <p:nvPr>
            <p:ph idx="1"/>
          </p:nvPr>
        </p:nvSpPr>
        <p:spPr>
          <a:xfrm>
            <a:off x="301752" y="1459831"/>
            <a:ext cx="11277600" cy="5025992"/>
          </a:xfrm>
        </p:spPr>
        <p:txBody>
          <a:bodyPr>
            <a:normAutofit fontScale="62500" lnSpcReduction="20000"/>
          </a:bodyPr>
          <a:lstStyle/>
          <a:p>
            <a:r>
              <a:rPr lang="en-IN" dirty="0" err="1"/>
              <a:t>PyTorch</a:t>
            </a:r>
            <a:r>
              <a:rPr lang="en-IN" dirty="0"/>
              <a:t>/</a:t>
            </a:r>
            <a:r>
              <a:rPr lang="en-IN" dirty="0" err="1"/>
              <a:t>Torchaudio</a:t>
            </a:r>
            <a:r>
              <a:rPr lang="en-IN" dirty="0"/>
              <a:t>. Audio Data Augmentation Tutorial. </a:t>
            </a:r>
            <a:r>
              <a:rPr lang="en-IN" dirty="0">
                <a:hlinkClick r:id="rId2"/>
              </a:rPr>
              <a:t>https://docs.pytorch.org/audio/stable/tutorials/audio_data_augmentation_tutorial.html</a:t>
            </a:r>
            <a:endParaRPr lang="en-IN" dirty="0"/>
          </a:p>
          <a:p>
            <a:r>
              <a:rPr lang="en-IN" dirty="0"/>
              <a:t>Matthew Baas, Benjamin van Niekerk, and Herman Kamper. Voice Conversion With Just Nearest </a:t>
            </a:r>
            <a:r>
              <a:rPr lang="en-IN" dirty="0" err="1"/>
              <a:t>Neighbors</a:t>
            </a:r>
            <a:r>
              <a:rPr lang="en-IN" dirty="0"/>
              <a:t>. In Proceedings of </a:t>
            </a:r>
            <a:r>
              <a:rPr lang="en-IN" dirty="0" err="1"/>
              <a:t>Interspeech</a:t>
            </a:r>
            <a:r>
              <a:rPr lang="en-IN" dirty="0"/>
              <a:t>, 2023.</a:t>
            </a:r>
          </a:p>
          <a:p>
            <a:r>
              <a:rPr lang="en-IN" dirty="0"/>
              <a:t>Daniel S. Park, William Chan, Yu Zhang, Chung-Cheng Chiu, Barret </a:t>
            </a:r>
            <a:r>
              <a:rPr lang="en-IN" dirty="0" err="1"/>
              <a:t>Zoph</a:t>
            </a:r>
            <a:r>
              <a:rPr lang="en-IN" dirty="0"/>
              <a:t>, Ekin D. </a:t>
            </a:r>
            <a:r>
              <a:rPr lang="en-IN" dirty="0" err="1"/>
              <a:t>Cubuk</a:t>
            </a:r>
            <a:r>
              <a:rPr lang="en-IN" dirty="0"/>
              <a:t>, and Quoc V. Le. </a:t>
            </a:r>
            <a:r>
              <a:rPr lang="en-IN" dirty="0" err="1"/>
              <a:t>SpecAugment</a:t>
            </a:r>
            <a:r>
              <a:rPr lang="en-IN" dirty="0"/>
              <a:t>: A Simple Data Augmentation Method for Automatic Speech Recognition. In Proceedings of </a:t>
            </a:r>
            <a:r>
              <a:rPr lang="en-IN" dirty="0" err="1"/>
              <a:t>Interspeech</a:t>
            </a:r>
            <a:r>
              <a:rPr lang="en-IN" dirty="0"/>
              <a:t>, 2019.</a:t>
            </a:r>
          </a:p>
          <a:p>
            <a:r>
              <a:rPr lang="en-IN" dirty="0"/>
              <a:t>Tom Ko, </a:t>
            </a:r>
            <a:r>
              <a:rPr lang="en-IN" dirty="0" err="1"/>
              <a:t>Vijayaditya</a:t>
            </a:r>
            <a:r>
              <a:rPr lang="en-IN" dirty="0"/>
              <a:t> </a:t>
            </a:r>
            <a:r>
              <a:rPr lang="en-IN" dirty="0" err="1"/>
              <a:t>Peddinti</a:t>
            </a:r>
            <a:r>
              <a:rPr lang="en-IN" dirty="0"/>
              <a:t>, Daniel Povey, and Sanjeev </a:t>
            </a:r>
            <a:r>
              <a:rPr lang="en-IN" dirty="0" err="1"/>
              <a:t>Khudanpur</a:t>
            </a:r>
            <a:r>
              <a:rPr lang="en-IN" dirty="0"/>
              <a:t>. Audio Augmentation for Speech Recognition. In Proceedings of </a:t>
            </a:r>
            <a:r>
              <a:rPr lang="en-IN" dirty="0" err="1"/>
              <a:t>Interspeech</a:t>
            </a:r>
            <a:r>
              <a:rPr lang="en-IN" dirty="0"/>
              <a:t>, 2015.</a:t>
            </a:r>
          </a:p>
          <a:p>
            <a:r>
              <a:rPr lang="en-IN" dirty="0"/>
              <a:t>Alexei </a:t>
            </a:r>
            <a:r>
              <a:rPr lang="en-IN" dirty="0" err="1"/>
              <a:t>Baevski</a:t>
            </a:r>
            <a:r>
              <a:rPr lang="en-IN" dirty="0"/>
              <a:t>, Yuhao Zhou, Abdelrahman Mohamed, and Michael Auli. wav2vec 2.0: A Framework for Self-Supervised Learning of Speech Representations. In Advances in Neural Information Processing Systems (</a:t>
            </a:r>
            <a:r>
              <a:rPr lang="en-IN" dirty="0" err="1"/>
              <a:t>NeurIPS</a:t>
            </a:r>
            <a:r>
              <a:rPr lang="en-IN" dirty="0"/>
              <a:t>), 2020.</a:t>
            </a:r>
          </a:p>
          <a:p>
            <a:r>
              <a:rPr lang="en-IN" dirty="0"/>
              <a:t>Arun Babu, </a:t>
            </a:r>
            <a:r>
              <a:rPr lang="en-IN" dirty="0" err="1"/>
              <a:t>Qiantong</a:t>
            </a:r>
            <a:r>
              <a:rPr lang="en-IN" dirty="0"/>
              <a:t> Wang, Andros Tjandra, and others. XLS-R: Self-Supervised Cross-Lingual Speech Representation Learning at Scale. In Proceedings of </a:t>
            </a:r>
            <a:r>
              <a:rPr lang="en-IN" dirty="0" err="1"/>
              <a:t>Interspeech</a:t>
            </a:r>
            <a:r>
              <a:rPr lang="en-IN" dirty="0"/>
              <a:t>, 2022.</a:t>
            </a:r>
          </a:p>
          <a:p>
            <a:r>
              <a:rPr lang="en-IN" dirty="0"/>
              <a:t>Vineel Pratap, </a:t>
            </a:r>
            <a:r>
              <a:rPr lang="en-IN" dirty="0" err="1"/>
              <a:t>Qiantong</a:t>
            </a:r>
            <a:r>
              <a:rPr lang="en-IN" dirty="0"/>
              <a:t> Xu, Anuroop Sriram, and others. Scaling Speech Technology to 1000+ Languages. </a:t>
            </a:r>
            <a:r>
              <a:rPr lang="en-IN" dirty="0" err="1"/>
              <a:t>arXiv</a:t>
            </a:r>
            <a:r>
              <a:rPr lang="en-IN" dirty="0"/>
              <a:t> preprint arXiv:2305.13516, 2023.</a:t>
            </a:r>
          </a:p>
          <a:p>
            <a:r>
              <a:rPr lang="en-IN" dirty="0"/>
              <a:t>Thomas Wolf, Lysandre Debut, Victor Sanh, Julien </a:t>
            </a:r>
            <a:r>
              <a:rPr lang="en-IN" dirty="0" err="1"/>
              <a:t>Chaumond</a:t>
            </a:r>
            <a:r>
              <a:rPr lang="en-IN" dirty="0"/>
              <a:t>, and others. Transformers: State-of-the-Art Natural Language Processing. In Proceedings of EMNLP, 2020.</a:t>
            </a:r>
          </a:p>
          <a:p>
            <a:r>
              <a:rPr lang="en-IN" dirty="0"/>
              <a:t>Yaroslav Ganin and Victor </a:t>
            </a:r>
            <a:r>
              <a:rPr lang="en-IN" dirty="0" err="1"/>
              <a:t>Lempitsky</a:t>
            </a:r>
            <a:r>
              <a:rPr lang="en-IN" dirty="0"/>
              <a:t>. Unsupervised Domain Adaptation by Backpropagation. </a:t>
            </a:r>
            <a:r>
              <a:rPr lang="en-IN" dirty="0" err="1"/>
              <a:t>arXiv</a:t>
            </a:r>
            <a:r>
              <a:rPr lang="en-IN" dirty="0"/>
              <a:t> preprint arXiv:1409.7495, 2014.</a:t>
            </a:r>
          </a:p>
          <a:p>
            <a:r>
              <a:rPr lang="en-IN" dirty="0"/>
              <a:t>Yanai Elazar and Yoav Goldberg. Adversarial Removal of Demographic Attributes from Text Data. </a:t>
            </a:r>
            <a:r>
              <a:rPr lang="en-IN" dirty="0" err="1"/>
              <a:t>arXiv</a:t>
            </a:r>
            <a:r>
              <a:rPr lang="en-IN" dirty="0"/>
              <a:t> preprint arXiv:1808.06640, 2018.</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US" dirty="0"/>
          </a:p>
        </p:txBody>
      </p:sp>
    </p:spTree>
    <p:extLst>
      <p:ext uri="{BB962C8B-B14F-4D97-AF65-F5344CB8AC3E}">
        <p14:creationId xmlns:p14="http://schemas.microsoft.com/office/powerpoint/2010/main" val="4280240828"/>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TotalTime>
  <Words>1025</Words>
  <Application>Microsoft Macintosh PowerPoint</Application>
  <PresentationFormat>Widescreen</PresentationFormat>
  <Paragraphs>100</Paragraphs>
  <Slides>13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Cambria Math</vt:lpstr>
      <vt:lpstr>Neue Haas Grotesk Text Pro</vt:lpstr>
      <vt:lpstr>Wingdings</vt:lpstr>
      <vt:lpstr>VanillaVTI</vt:lpstr>
      <vt:lpstr>Language Identification from Audio under Severe Speaker Bias </vt:lpstr>
      <vt:lpstr>INTRODUCTION</vt:lpstr>
      <vt:lpstr>DATASET AND EXPLORATORY DATA ANALYSIS </vt:lpstr>
      <vt:lpstr>REPRODUCING AND IMPROVING BASELINE</vt:lpstr>
      <vt:lpstr>ADDRESSING SPEAKER BIAS</vt:lpstr>
      <vt:lpstr>AUGMENTATION EXPERIMENTS</vt:lpstr>
      <vt:lpstr>PowerPoint Presentation</vt:lpstr>
      <vt:lpstr>PowerPoint Presentation</vt:lpstr>
      <vt:lpstr>ANALYSIS</vt:lpstr>
      <vt:lpstr>ANALYSIS</vt:lpstr>
      <vt:lpstr>ANALYSIS</vt:lpstr>
      <vt:lpstr>CONCLUSION</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Kashish Mendiratta</dc:creator>
  <cp:lastModifiedBy>Kashish Mendiratta</cp:lastModifiedBy>
  <cp:revision>6</cp:revision>
  <dcterms:created xsi:type="dcterms:W3CDTF">2026-03-12T15:51:39Z</dcterms:created>
  <dcterms:modified xsi:type="dcterms:W3CDTF">2026-03-12T18:36:40Z</dcterms:modified>
</cp:coreProperties>
</file>